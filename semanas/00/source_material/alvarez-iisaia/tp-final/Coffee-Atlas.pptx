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0af1b227ae4742" /><Relationship Type="http://schemas.openxmlformats.org/officeDocument/2006/relationships/extended-properties" Target="/docProps/app.xml" Id="Rb5fb5fa528244c29" /><Relationship Type="http://schemas.openxmlformats.org/officeDocument/2006/relationships/officeDocument" Target="/ppt/presentation.xml" Id="Ra112f22665b54a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0467082fbb448f"/>
  </p:sldMasterIdLst>
  <p:notesMasterIdLst>
    <p:notesMasterId xmlns:r="http://schemas.openxmlformats.org/officeDocument/2006/relationships" r:id="R6501c8d1a353474d"/>
  </p:notesMasterIdLst>
  <p:sldIdLst>
    <p:sldId xmlns:r="http://schemas.openxmlformats.org/officeDocument/2006/relationships" id="256" r:id="Rd7e0db334af44867"/>
    <p:sldId xmlns:r="http://schemas.openxmlformats.org/officeDocument/2006/relationships" id="257" r:id="R77851afc3a7f4dc4"/>
    <p:sldId xmlns:r="http://schemas.openxmlformats.org/officeDocument/2006/relationships" id="258" r:id="R5f5dfb09386046df"/>
    <p:sldId xmlns:r="http://schemas.openxmlformats.org/officeDocument/2006/relationships" id="259" r:id="R5cdcd4b4f7804321"/>
    <p:sldId xmlns:r="http://schemas.openxmlformats.org/officeDocument/2006/relationships" id="260" r:id="R1a9c3ccc4ca14b0d"/>
    <p:sldId xmlns:r="http://schemas.openxmlformats.org/officeDocument/2006/relationships" id="261" r:id="R6e03ff32d19a43e5"/>
    <p:sldId xmlns:r="http://schemas.openxmlformats.org/officeDocument/2006/relationships" id="262" r:id="R2d148e13b8704750"/>
  </p:sldIdLst>
  <p:sldSz cx="12192000" cy="6858000"/>
  <p:notesSz cx="6858000" cy="9144000"/>
  <p:defaultTextStyle>
    <a:def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</a:defRPr>
    </a:defPPr>
    <a:lvl1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j-lt"/>
        <a:ea typeface="+mj-lt"/>
        <a:cs typeface="+mj-lt"/>
      </a:defRPr>
    </a:lvl1pPr>
    <a:lvl2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j-lt"/>
        <a:ea typeface="+mj-lt"/>
        <a:cs typeface="+mj-lt"/>
      </a:defRPr>
    </a:lvl2pPr>
    <a:lvl3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j-lt"/>
        <a:ea typeface="+mj-lt"/>
        <a:cs typeface="+mj-lt"/>
      </a:defRPr>
    </a:lvl3pPr>
    <a:lvl4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j-lt"/>
        <a:ea typeface="+mj-lt"/>
        <a:cs typeface="+mj-lt"/>
      </a:defRPr>
    </a:lvl4pPr>
    <a:lvl5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j-lt"/>
        <a:ea typeface="+mj-lt"/>
        <a:cs typeface="+mj-lt"/>
      </a:defRPr>
    </a:lvl5pPr>
    <a:lvl6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j-lt"/>
        <a:ea typeface="+mj-lt"/>
        <a:cs typeface="+mj-lt"/>
      </a:defRPr>
    </a:lvl6pPr>
    <a:lvl7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j-lt"/>
        <a:ea typeface="+mj-lt"/>
        <a:cs typeface="+mj-lt"/>
      </a:defRPr>
    </a:lvl7pPr>
    <a:lvl8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j-lt"/>
        <a:ea typeface="+mj-lt"/>
        <a:cs typeface="+mj-lt"/>
      </a:defRPr>
    </a:lvl8pPr>
    <a:lvl9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+mj-lt"/>
        <a:ea typeface="+mj-lt"/>
        <a:cs typeface="+mj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12700" cap="flat">
              <a:solidFill>
                <a:srgbClr val="F8F4EC"/>
              </a:solidFill>
              <a:prstDash val="solid"/>
              <a:round/>
            </a:ln>
          </a:top>
          <a:bottom>
            <a:ln w="127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8F4EC"/>
        </a:fontRef>
        <a:srgbClr val="F8F4EC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12700" cap="flat">
              <a:solidFill>
                <a:srgbClr val="F8F4EC"/>
              </a:solidFill>
              <a:prstDash val="solid"/>
              <a:round/>
            </a:ln>
          </a:top>
          <a:bottom>
            <a:ln w="127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8F4EC"/>
        </a:fontRef>
        <a:srgbClr val="F8F4EC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38100" cap="flat">
              <a:solidFill>
                <a:srgbClr val="F8F4EC"/>
              </a:solidFill>
              <a:prstDash val="solid"/>
              <a:round/>
            </a:ln>
          </a:top>
          <a:bottom>
            <a:ln w="127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8F4EC"/>
        </a:fontRef>
        <a:srgbClr val="F8F4EC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12700" cap="flat">
              <a:solidFill>
                <a:srgbClr val="F8F4EC"/>
              </a:solidFill>
              <a:prstDash val="solid"/>
              <a:round/>
            </a:ln>
          </a:top>
          <a:bottom>
            <a:ln w="381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12700" cap="flat">
              <a:solidFill>
                <a:srgbClr val="F8F4EC"/>
              </a:solidFill>
              <a:prstDash val="solid"/>
              <a:round/>
            </a:ln>
          </a:top>
          <a:bottom>
            <a:ln w="127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8F4EC"/>
        </a:fontRef>
        <a:srgbClr val="F8F4EC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12700" cap="flat">
              <a:solidFill>
                <a:srgbClr val="F8F4EC"/>
              </a:solidFill>
              <a:prstDash val="solid"/>
              <a:round/>
            </a:ln>
          </a:top>
          <a:bottom>
            <a:ln w="127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8F4EC"/>
        </a:fontRef>
        <a:srgbClr val="F8F4EC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38100" cap="flat">
              <a:solidFill>
                <a:srgbClr val="F8F4EC"/>
              </a:solidFill>
              <a:prstDash val="solid"/>
              <a:round/>
            </a:ln>
          </a:top>
          <a:bottom>
            <a:ln w="127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8F4EC"/>
        </a:fontRef>
        <a:srgbClr val="F8F4EC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12700" cap="flat">
              <a:solidFill>
                <a:srgbClr val="F8F4EC"/>
              </a:solidFill>
              <a:prstDash val="solid"/>
              <a:round/>
            </a:ln>
          </a:top>
          <a:bottom>
            <a:ln w="381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12700" cap="flat">
              <a:solidFill>
                <a:srgbClr val="F8F4EC"/>
              </a:solidFill>
              <a:prstDash val="solid"/>
              <a:round/>
            </a:ln>
          </a:top>
          <a:bottom>
            <a:ln w="127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8F4EC"/>
        </a:fontRef>
        <a:srgbClr val="F8F4EC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12700" cap="flat">
              <a:solidFill>
                <a:srgbClr val="F8F4EC"/>
              </a:solidFill>
              <a:prstDash val="solid"/>
              <a:round/>
            </a:ln>
          </a:top>
          <a:bottom>
            <a:ln w="127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8F4EC"/>
        </a:fontRef>
        <a:srgbClr val="F8F4EC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38100" cap="flat">
              <a:solidFill>
                <a:srgbClr val="F8F4EC"/>
              </a:solidFill>
              <a:prstDash val="solid"/>
              <a:round/>
            </a:ln>
          </a:top>
          <a:bottom>
            <a:ln w="127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8F4EC"/>
        </a:fontRef>
        <a:srgbClr val="F8F4EC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12700" cap="flat">
              <a:solidFill>
                <a:srgbClr val="F8F4EC"/>
              </a:solidFill>
              <a:prstDash val="solid"/>
              <a:round/>
            </a:ln>
          </a:top>
          <a:bottom>
            <a:ln w="381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8F4EC"/>
          </a:solidFill>
        </a:fill>
      </a:tcStyle>
    </a:band2H>
    <a:firstCol>
      <a:tcTxStyle b="on" i="off">
        <a:fontRef idx="major">
          <a:srgbClr val="F8F4EC"/>
        </a:fontRef>
        <a:srgbClr val="F8F4E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8F4EC"/>
          </a:solidFill>
        </a:fill>
      </a:tcStyle>
    </a:lastRow>
    <a:firstRow>
      <a:tcTxStyle b="on" i="off">
        <a:fontRef idx="major">
          <a:srgbClr val="F8F4EC"/>
        </a:fontRef>
        <a:srgbClr val="F8F4E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12700" cap="flat">
              <a:solidFill>
                <a:srgbClr val="F8F4EC"/>
              </a:solidFill>
              <a:prstDash val="solid"/>
              <a:round/>
            </a:ln>
          </a:top>
          <a:bottom>
            <a:ln w="127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8F4EC"/>
        </a:fontRef>
        <a:srgbClr val="F8F4EC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12700" cap="flat">
              <a:solidFill>
                <a:srgbClr val="F8F4EC"/>
              </a:solidFill>
              <a:prstDash val="solid"/>
              <a:round/>
            </a:ln>
          </a:top>
          <a:bottom>
            <a:ln w="127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8F4EC"/>
        </a:fontRef>
        <a:srgbClr val="F8F4EC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38100" cap="flat">
              <a:solidFill>
                <a:srgbClr val="F8F4EC"/>
              </a:solidFill>
              <a:prstDash val="solid"/>
              <a:round/>
            </a:ln>
          </a:top>
          <a:bottom>
            <a:ln w="127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8F4EC"/>
        </a:fontRef>
        <a:srgbClr val="F8F4EC"/>
      </a:tcTxStyle>
      <a:tcStyle>
        <a:tcBdr>
          <a:left>
            <a:ln w="12700" cap="flat">
              <a:solidFill>
                <a:srgbClr val="F8F4EC"/>
              </a:solidFill>
              <a:prstDash val="solid"/>
              <a:round/>
            </a:ln>
          </a:left>
          <a:right>
            <a:ln w="12700" cap="flat">
              <a:solidFill>
                <a:srgbClr val="F8F4EC"/>
              </a:solidFill>
              <a:prstDash val="solid"/>
              <a:round/>
            </a:ln>
          </a:right>
          <a:top>
            <a:ln w="12700" cap="flat">
              <a:solidFill>
                <a:srgbClr val="F8F4EC"/>
              </a:solidFill>
              <a:prstDash val="solid"/>
              <a:round/>
            </a:ln>
          </a:top>
          <a:bottom>
            <a:ln w="38100" cap="flat">
              <a:solidFill>
                <a:srgbClr val="F8F4EC"/>
              </a:solidFill>
              <a:prstDash val="solid"/>
              <a:round/>
            </a:ln>
          </a:bottom>
          <a:insideH>
            <a:ln w="12700" cap="flat">
              <a:solidFill>
                <a:srgbClr val="F8F4EC"/>
              </a:solidFill>
              <a:prstDash val="solid"/>
              <a:round/>
            </a:ln>
          </a:insideH>
          <a:insideV>
            <a:ln w="12700" cap="flat">
              <a:solidFill>
                <a:srgbClr val="F8F4EC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0daddfb9cc450f" /><Relationship Type="http://schemas.openxmlformats.org/officeDocument/2006/relationships/slideMaster" Target="/ppt/slideMasters/slideMaster1.xml" Id="R030467082fbb448f" /><Relationship Type="http://schemas.openxmlformats.org/officeDocument/2006/relationships/notesMaster" Target="/ppt/notesMasters/notesMaster1.xml" Id="R6501c8d1a353474d" /><Relationship Type="http://schemas.openxmlformats.org/officeDocument/2006/relationships/presProps" Target="/ppt/presProps.xml" Id="Rfe2092c94e2a4ac5" /><Relationship Type="http://schemas.openxmlformats.org/officeDocument/2006/relationships/tableStyles" Target="/ppt/tableStyles.xml" Id="Ra6fb1280410b4b54" /><Relationship Type="http://schemas.openxmlformats.org/officeDocument/2006/relationships/slide" Target="/ppt/slides/slide1.xml" Id="Rd7e0db334af44867" /><Relationship Type="http://schemas.openxmlformats.org/officeDocument/2006/relationships/slide" Target="/ppt/slides/slide2.xml" Id="R77851afc3a7f4dc4" /><Relationship Type="http://schemas.openxmlformats.org/officeDocument/2006/relationships/slide" Target="/ppt/slides/slide3.xml" Id="R5f5dfb09386046df" /><Relationship Type="http://schemas.openxmlformats.org/officeDocument/2006/relationships/slide" Target="/ppt/slides/slide4.xml" Id="R5cdcd4b4f7804321" /><Relationship Type="http://schemas.openxmlformats.org/officeDocument/2006/relationships/slide" Target="/ppt/slides/slide5.xml" Id="R1a9c3ccc4ca14b0d" /><Relationship Type="http://schemas.openxmlformats.org/officeDocument/2006/relationships/slide" Target="/ppt/slides/slide6.xml" Id="R6e03ff32d19a43e5" /><Relationship Type="http://schemas.openxmlformats.org/officeDocument/2006/relationships/slide" Target="/ppt/slides/slide7.xml" Id="R2d148e13b87047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45944a10984e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8F4EC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venir Next Regular"/>
        <a:ea typeface="Avenir Next Regular"/>
        <a:cs typeface="Avenir Next Regular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6b8f4f76f2452d" /><Relationship Type="http://schemas.openxmlformats.org/officeDocument/2006/relationships/notesMaster" Target="/ppt/notesMasters/notesMaster1.xml" Id="R54746c8b9ac44b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408514003243f4" /><Relationship Type="http://schemas.openxmlformats.org/officeDocument/2006/relationships/notesMaster" Target="/ppt/notesMasters/notesMaster1.xml" Id="Rf1b5e7dcdbef45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d81296f25c4f94" /><Relationship Type="http://schemas.openxmlformats.org/officeDocument/2006/relationships/notesMaster" Target="/ppt/notesMasters/notesMaster1.xml" Id="Re5bffa6c20d443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e364eef7194efd" /><Relationship Type="http://schemas.openxmlformats.org/officeDocument/2006/relationships/notesMaster" Target="/ppt/notesMasters/notesMaster1.xml" Id="Rf60984700be941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1a723bdf9f4640" /><Relationship Type="http://schemas.openxmlformats.org/officeDocument/2006/relationships/notesMaster" Target="/ppt/notesMasters/notesMaster1.xml" Id="Re153f252136142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6859ab76d84684" /><Relationship Type="http://schemas.openxmlformats.org/officeDocument/2006/relationships/notesMaster" Target="/ppt/notesMasters/notesMaster1.xml" Id="Rb1a0aa5c5c4a49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9acc13ed7544c1" /><Relationship Type="http://schemas.openxmlformats.org/officeDocument/2006/relationships/notesMaster" Target="/ppt/notesMasters/notesMaster1.xml" Id="Rce0a979888044b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ebaefc46c41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be35cbd6d47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977192cfb4692" /></Relationships>
</file>

<file path=ppt/slideLayouts/slideLayout1.xml><?xml version="1.0" encoding="utf-8"?>
<p:sldLayout xmlns:p="http://schemas.openxmlformats.org/presentationml/2006/main" showMasterSp="1" showMasterPhAnim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AAE490E-0CFC-46F1-A0F4-5479BA1F635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1">
  <p:cSld name="CONTENT"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0">
            <a:extLst xmlns:a="http://schemas.openxmlformats.org/drawingml/2006/main">
              <a:ext uri="{FF2B5EF4-FFF2-40B4-BE49-F238E27FC236}">
                <a16:creationId xmlns:a16="http://schemas.microsoft.com/office/drawing/2014/main" id="{DE30963A-1C51-45DF-A5EF-3DC1D338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91697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81F8ABF-4BFC-4810-B1E9-A27B6BC0767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1">
  <p:cSld name="CONTENT"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hape 0">
            <a:extLst xmlns:a="http://schemas.openxmlformats.org/drawingml/2006/main">
              <a:ext uri="{FF2B5EF4-FFF2-40B4-BE49-F238E27FC236}">
                <a16:creationId xmlns:a16="http://schemas.microsoft.com/office/drawing/2014/main" id="{8AB51B94-D03E-4D91-BF11-BBF1F305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91697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Shape 1">
            <a:extLst xmlns:a="http://schemas.openxmlformats.org/drawingml/2006/main">
              <a:ext uri="{FF2B5EF4-FFF2-40B4-BE49-F238E27FC236}">
                <a16:creationId xmlns:a16="http://schemas.microsoft.com/office/drawing/2014/main" id="{29E428F8-BE2B-4DC2-A005-5E4159D6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1" y="6510528"/>
            <a:ext cx="10936227" cy="1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ED1BE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6EED2DE-E01A-4990-AA61-118513A30FA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456678" y="6209031"/>
            <a:ext cx="280922" cy="2946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c18b8709624787" /><Relationship Type="http://schemas.openxmlformats.org/officeDocument/2006/relationships/slideLayout" Target="/ppt/slideLayouts/slideLayout1.xml" Id="R2da1198626d64237" /><Relationship Type="http://schemas.openxmlformats.org/officeDocument/2006/relationships/slideLayout" Target="/ppt/slideLayouts/slideLayout2.xml" Id="R351f3dc514894a25" /><Relationship Type="http://schemas.openxmlformats.org/officeDocument/2006/relationships/slideLayout" Target="/ppt/slideLayouts/slideLayout3.xml" Id="R30d881b7190048d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Text">
            <a:extLst xmlns:a="http://schemas.openxmlformats.org/drawingml/2006/main">
              <a:ext uri="{FF2B5EF4-FFF2-40B4-BE49-F238E27FC236}">
                <a16:creationId xmlns:a16="http://schemas.microsoft.com/office/drawing/2014/main" id="{63D2CE61-EF97-4B33-A626-3E5D77D6E5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6683" y="769937"/>
            <a:ext cx="9753601" cy="1668463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8" tIns="45718" rIns="45718" bIns="45718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E80A75DF-6664-4AD9-9E81-C1CDE4038E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05083" y="2438400"/>
            <a:ext cx="4775201" cy="44196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B926FC1-7FE2-4E47-B331-83C5CA15584F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456678" y="6209031"/>
            <a:ext cx="280922" cy="294639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wrap="none" lIns="45718" tIns="45718" rIns="45718" bIns="45718" anchor="ctr">
            <a:spAutoFit/>
          </a:bodyPr>
          <a:lstStyle xmlns:a="http://schemas.openxmlformats.org/drawingml/2006/main">
            <a:lvl1pPr algn="r">
              <a:buNone/>
              <a:defRPr sz="1200"/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a1198626d64237"/>
    <p:sldLayoutId xmlns:r="http://schemas.openxmlformats.org/officeDocument/2006/relationships" id="2147483650" r:id="R351f3dc514894a25"/>
    <p:sldLayoutId xmlns:r="http://schemas.openxmlformats.org/officeDocument/2006/relationships" id="2147483651" r:id="R30d881b7190048d7"/>
  </p:sldLayoutIdLst>
  <p:txStyles>
    <p:titleStyle>
      <a:lvl1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1pPr>
      <a:lvl2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2pPr>
      <a:lvl3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3pPr>
      <a:lvl4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4pPr>
      <a:lvl5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5pPr>
      <a:lvl6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6pPr>
      <a:lvl7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7pPr>
      <a:lvl8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8pPr>
      <a:lvl9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9pPr>
    </p:titleStyle>
    <p:bodyStyle>
      <a:lvl1pPr xmlns:a="http://schemas.openxmlformats.org/drawingml/2006/main" marL="342900" marR="0" indent="-34290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1pPr>
      <a:lvl2pPr xmlns:a="http://schemas.openxmlformats.org/drawingml/2006/main" marL="783771" marR="0" indent="-326571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2pPr>
      <a:lvl3pPr xmlns:a="http://schemas.openxmlformats.org/drawingml/2006/main" marL="1219200" marR="0" indent="-30480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3pPr>
      <a:lvl4pPr xmlns:a="http://schemas.openxmlformats.org/drawingml/2006/main" marL="17373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4pPr>
      <a:lvl5pPr xmlns:a="http://schemas.openxmlformats.org/drawingml/2006/main" marL="21945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defRPr sz="32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5pPr>
      <a:lvl6pPr xmlns:a="http://schemas.openxmlformats.org/drawingml/2006/main" marL="26517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6pPr>
      <a:lvl7pPr xmlns:a="http://schemas.openxmlformats.org/drawingml/2006/main" marL="31089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7pPr>
      <a:lvl8pPr xmlns:a="http://schemas.openxmlformats.org/drawingml/2006/main" marL="3566159" marR="0" indent="-365759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8pPr>
      <a:lvl9pPr xmlns:a="http://schemas.openxmlformats.org/drawingml/2006/main" marL="4023359" marR="0" indent="-365759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solidFill>
            <a:srgbClr val="000000"/>
          </a:solidFill>
          <a:latin typeface="+mj-lt"/>
          <a:ea typeface="+mj-lt"/>
          <a:cs typeface="+mj-lt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8F4EC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venir Next Regular"/>
        <a:ea typeface="Avenir Next Regular"/>
        <a:cs typeface="Avenir Next Regular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21b0fdc5a4394" /><Relationship Type="http://schemas.openxmlformats.org/officeDocument/2006/relationships/image" Target="/ppt/media/image.png" Id="R948729bff956461e" /><Relationship Type="http://schemas.openxmlformats.org/officeDocument/2006/relationships/notesSlide" Target="/ppt/notesSlides/notesSlide1.xml" Id="R8de6de1586b345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26af2512f64322" /><Relationship Type="http://schemas.openxmlformats.org/officeDocument/2006/relationships/image" Target="/ppt/media/image2.png" Id="R0090bafaeace492e" /><Relationship Type="http://schemas.openxmlformats.org/officeDocument/2006/relationships/image" Target="/ppt/media/image3.png" Id="R3c531b5bb1364d51" /><Relationship Type="http://schemas.openxmlformats.org/officeDocument/2006/relationships/image" Target="/ppt/media/image4.png" Id="R2c91e40cbcfc4595" /><Relationship Type="http://schemas.openxmlformats.org/officeDocument/2006/relationships/image" Target="/ppt/media/image5.png" Id="R5cb1ec2b6b4d40ba" /><Relationship Type="http://schemas.openxmlformats.org/officeDocument/2006/relationships/image" Target="/ppt/media/image6.png" Id="R8470d23a2ebe431d" /><Relationship Type="http://schemas.openxmlformats.org/officeDocument/2006/relationships/notesSlide" Target="/ppt/notesSlides/notesSlide2.xml" Id="R879c395c01b24d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9db5db4d17429f" /><Relationship Type="http://schemas.openxmlformats.org/officeDocument/2006/relationships/image" Target="/ppt/media/image7.png" Id="R1396c28c926546ca" /><Relationship Type="http://schemas.openxmlformats.org/officeDocument/2006/relationships/image" Target="/ppt/media/image8.png" Id="Rc7d3bdf0b5514d72" /><Relationship Type="http://schemas.openxmlformats.org/officeDocument/2006/relationships/image" Target="/ppt/media/image9.png" Id="Rf83422346f454eb9" /><Relationship Type="http://schemas.openxmlformats.org/officeDocument/2006/relationships/image" Target="/ppt/media/image2.png" Id="Rb73a9fdc069a4f25" /><Relationship Type="http://schemas.openxmlformats.org/officeDocument/2006/relationships/image" Target="/ppt/media/image10.png" Id="Rf553ad0106f9474b" /><Relationship Type="http://schemas.openxmlformats.org/officeDocument/2006/relationships/image" Target="/ppt/media/image11.png" Id="R80b07356d2d943e1" /><Relationship Type="http://schemas.openxmlformats.org/officeDocument/2006/relationships/notesSlide" Target="/ppt/notesSlides/notesSlide3.xml" Id="R3f00e1dd98674d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8df4d02b0c4c0e" /><Relationship Type="http://schemas.openxmlformats.org/officeDocument/2006/relationships/image" Target="/ppt/media/image12.png" Id="Rbb4b4cc82db24897" /><Relationship Type="http://schemas.openxmlformats.org/officeDocument/2006/relationships/image" Target="/ppt/media/image6.png" Id="R94016bb6893849a3" /><Relationship Type="http://schemas.openxmlformats.org/officeDocument/2006/relationships/image" Target="/ppt/media/image13.png" Id="R8c07b937c38848f9" /><Relationship Type="http://schemas.openxmlformats.org/officeDocument/2006/relationships/image" Target="/ppt/media/image14.png" Id="Ra7fbc8ef5b6a41b5" /><Relationship Type="http://schemas.openxmlformats.org/officeDocument/2006/relationships/image" Target="/ppt/media/image15.png" Id="R38913945bb864590" /><Relationship Type="http://schemas.openxmlformats.org/officeDocument/2006/relationships/image" Target="/ppt/media/image16.png" Id="R9e77f785ce254176" /><Relationship Type="http://schemas.openxmlformats.org/officeDocument/2006/relationships/image" Target="/ppt/media/image17.png" Id="R11b0343cde644c68" /><Relationship Type="http://schemas.openxmlformats.org/officeDocument/2006/relationships/image" Target="/ppt/media/image18.png" Id="Rb0967eb429814088" /><Relationship Type="http://schemas.openxmlformats.org/officeDocument/2006/relationships/notesSlide" Target="/ppt/notesSlides/notesSlide4.xml" Id="Re2fd9d53b93249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796d13665f4f0c" /><Relationship Type="http://schemas.openxmlformats.org/officeDocument/2006/relationships/notesSlide" Target="/ppt/notesSlides/notesSlide5.xml" Id="Rb5ceefbe788e45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cf280e697640b1" /><Relationship Type="http://schemas.openxmlformats.org/officeDocument/2006/relationships/notesSlide" Target="/ppt/notesSlides/notesSlide6.xml" Id="R90872e62fa7b47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401cfb246d4d4e" /><Relationship Type="http://schemas.openxmlformats.org/officeDocument/2006/relationships/image" Target="/ppt/media/image19.png" Id="Ra2d2bf0fc36c4668" /><Relationship Type="http://schemas.openxmlformats.org/officeDocument/2006/relationships/image" Target="/ppt/media/image14.png" Id="Rf0890a64fd464403" /><Relationship Type="http://schemas.openxmlformats.org/officeDocument/2006/relationships/notesSlide" Target="/ppt/notesSlides/notesSlide7.xml" Id="Rd4910b560d1f4f4d" /></Relationships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2A1B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edited-cover-v3.png">
            <a:extLst xmlns:a="http://schemas.openxmlformats.org/drawingml/2006/main">
              <a:ext uri="{FF2B5EF4-FFF2-40B4-BE49-F238E27FC236}">
                <a16:creationId xmlns:a16="http://schemas.microsoft.com/office/drawing/2014/main" id="{520D1172-319D-4391-ACE0-CDD13F07BB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729bff95646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</p:spTree>
    <p:extLst>
      <p:ext uri="{BB962C8B-B14F-4D97-AF65-F5344CB8AC3E}">
        <p14:creationId xmlns:p14="http://schemas.microsoft.com/office/powerpoint/2010/main" val="824759410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Image 0">
            <a:extLst xmlns:a="http://schemas.openxmlformats.org/drawingml/2006/main">
              <a:ext uri="{FF2B5EF4-FFF2-40B4-BE49-F238E27FC236}">
                <a16:creationId xmlns:a16="http://schemas.microsoft.com/office/drawing/2014/main" id="{A6889840-37E9-4F9D-8D41-E3ED52321F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0bafaeace49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7218" y="2869387"/>
            <a:ext cx="204828" cy="20482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68" name="Image 1">
            <a:extLst xmlns:a="http://schemas.openxmlformats.org/drawingml/2006/main">
              <a:ext uri="{FF2B5EF4-FFF2-40B4-BE49-F238E27FC236}">
                <a16:creationId xmlns:a16="http://schemas.microsoft.com/office/drawing/2014/main" id="{CBAC35BB-61C7-4375-BC5F-0D6588F1B3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31b5bb1364d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7218" y="3399737"/>
            <a:ext cx="204828" cy="20482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71" name="Image 2">
            <a:extLst xmlns:a="http://schemas.openxmlformats.org/drawingml/2006/main">
              <a:ext uri="{FF2B5EF4-FFF2-40B4-BE49-F238E27FC236}">
                <a16:creationId xmlns:a16="http://schemas.microsoft.com/office/drawing/2014/main" id="{E10A6963-5C46-4A2C-B34A-08A3BE100D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1e40cbcfc45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7218" y="3930091"/>
            <a:ext cx="204828" cy="20482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74" name="Image 3">
            <a:extLst xmlns:a="http://schemas.openxmlformats.org/drawingml/2006/main">
              <a:ext uri="{FF2B5EF4-FFF2-40B4-BE49-F238E27FC236}">
                <a16:creationId xmlns:a16="http://schemas.microsoft.com/office/drawing/2014/main" id="{7BFD9A38-AEBE-428E-840D-1DDA8B8314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1ec2b6b4d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7218" y="4460442"/>
            <a:ext cx="204828" cy="20482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77" name="Image 4">
            <a:extLst xmlns:a="http://schemas.openxmlformats.org/drawingml/2006/main">
              <a:ext uri="{FF2B5EF4-FFF2-40B4-BE49-F238E27FC236}">
                <a16:creationId xmlns:a16="http://schemas.microsoft.com/office/drawing/2014/main" id="{E878DC8F-52AE-4D00-932C-B8B71EDAF9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0d23a2ebe43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7218" y="4990793"/>
            <a:ext cx="204828" cy="20482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B111197-88F4-4CC2-AC72-711B58D7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5764"/>
            <a:ext cx="2560320" cy="177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0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00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00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00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00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00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00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00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00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00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00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pPr>
            <a:r>
              <a:rPr sz="1000" b="1">
                <a:solidFill>
                  <a:srgbClr val="A8432D"/>
                </a:solidFill>
                <a:latin typeface="Helvetica"/>
                <a:ea typeface="Helvetica"/>
                <a:cs typeface="Helvetica"/>
              </a:rPr>
              <a:t>EVOLUCIÓN DEL PRODUCTO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223D50A-5295-49F7-B24E-3425E07D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93896"/>
            <a:ext cx="8572500" cy="431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00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r">
              <a:buNone/>
              <a:defRPr sz="2500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r">
              <a:buNone/>
              <a:defRPr sz="2500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r">
              <a:buNone/>
              <a:defRPr sz="2500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r">
              <a:buNone/>
              <a:defRPr sz="2500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r">
              <a:buNone/>
              <a:defRPr sz="2500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r">
              <a:buNone/>
              <a:defRPr sz="2500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r">
              <a:buNone/>
              <a:defRPr sz="2500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r">
              <a:buNone/>
              <a:defRPr sz="2500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r">
              <a:buNone/>
              <a:defRPr sz="2500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2500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2500" b="1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Evolución completa del producto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F746E94-FAEB-4D5E-8218-A8EDC969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512" y="727710"/>
            <a:ext cx="56692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00" b="1">
                <a:solidFill>
                  <a:srgbClr val="80675D"/>
                </a:solidFill>
                <a:latin typeface="Helvetica"/>
                <a:ea typeface="Helvetica"/>
                <a:cs typeface="Helvetica"/>
              </a:defRPr>
            </a:defPPr>
            <a:lvl1pPr algn="r">
              <a:buNone/>
              <a:defRPr sz="1100" b="1">
                <a:solidFill>
                  <a:srgbClr val="80675D"/>
                </a:solidFill>
                <a:latin typeface="Helvetica"/>
                <a:ea typeface="Helvetica"/>
                <a:cs typeface="Helvetica"/>
              </a:defRPr>
            </a:lvl1pPr>
            <a:lvl2pPr algn="r">
              <a:buNone/>
              <a:defRPr sz="1100" b="1">
                <a:solidFill>
                  <a:srgbClr val="80675D"/>
                </a:solidFill>
                <a:latin typeface="Helvetica"/>
                <a:ea typeface="Helvetica"/>
                <a:cs typeface="Helvetica"/>
              </a:defRPr>
            </a:lvl2pPr>
            <a:lvl3pPr algn="r">
              <a:buNone/>
              <a:defRPr sz="1100" b="1">
                <a:solidFill>
                  <a:srgbClr val="80675D"/>
                </a:solidFill>
                <a:latin typeface="Helvetica"/>
                <a:ea typeface="Helvetica"/>
                <a:cs typeface="Helvetica"/>
              </a:defRPr>
            </a:lvl3pPr>
            <a:lvl4pPr algn="r">
              <a:buNone/>
              <a:defRPr sz="1100" b="1">
                <a:solidFill>
                  <a:srgbClr val="80675D"/>
                </a:solidFill>
                <a:latin typeface="Helvetica"/>
                <a:ea typeface="Helvetica"/>
                <a:cs typeface="Helvetica"/>
              </a:defRPr>
            </a:lvl4pPr>
            <a:lvl5pPr algn="r">
              <a:buNone/>
              <a:defRPr sz="1100" b="1">
                <a:solidFill>
                  <a:srgbClr val="80675D"/>
                </a:solidFill>
                <a:latin typeface="Helvetica"/>
                <a:ea typeface="Helvetica"/>
                <a:cs typeface="Helvetica"/>
              </a:defRPr>
            </a:lvl5pPr>
            <a:lvl6pPr algn="r">
              <a:buNone/>
              <a:defRPr sz="1100" b="1">
                <a:solidFill>
                  <a:srgbClr val="80675D"/>
                </a:solidFill>
                <a:latin typeface="Helvetica"/>
                <a:ea typeface="Helvetica"/>
                <a:cs typeface="Helvetica"/>
              </a:defRPr>
            </a:lvl6pPr>
            <a:lvl7pPr algn="r">
              <a:buNone/>
              <a:defRPr sz="1100" b="1">
                <a:solidFill>
                  <a:srgbClr val="80675D"/>
                </a:solidFill>
                <a:latin typeface="Helvetica"/>
                <a:ea typeface="Helvetica"/>
                <a:cs typeface="Helvetica"/>
              </a:defRPr>
            </a:lvl7pPr>
            <a:lvl8pPr algn="r">
              <a:buNone/>
              <a:defRPr sz="1100" b="1">
                <a:solidFill>
                  <a:srgbClr val="80675D"/>
                </a:solidFill>
                <a:latin typeface="Helvetica"/>
                <a:ea typeface="Helvetica"/>
                <a:cs typeface="Helvetica"/>
              </a:defRPr>
            </a:lvl8pPr>
            <a:lvl9pPr algn="r">
              <a:buNone/>
              <a:defRPr sz="1100" b="1">
                <a:solidFill>
                  <a:srgbClr val="80675D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r">
              <a:buNone/>
              <a:defRPr sz="1100" b="1">
                <a:solidFill>
                  <a:srgbClr val="80675D"/>
                </a:solidFill>
                <a:latin typeface="Helvetica"/>
                <a:ea typeface="Helvetica"/>
                <a:cs typeface="Helvetica"/>
              </a:defRPr>
            </a:pPr>
            <a:r>
              <a:rPr sz="1100" b="1">
                <a:solidFill>
                  <a:srgbClr val="80675D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18CBDF0-FE19-4B84-A5B7-16D48CCC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71016"/>
            <a:ext cx="10863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02">
            <a:solidFill>
              <a:srgbClr val="DFD2C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F4262C1-3103-4FB9-9F9C-503E890B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62100"/>
            <a:ext cx="3371850" cy="44005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383">
            <a:solidFill>
              <a:srgbClr val="DFD2C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74D50C0-B7A3-4E35-A2EE-6CADF129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62100"/>
            <a:ext cx="3371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9525">
            <a:solidFill>
              <a:srgbClr val="A8432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ED929CC-7335-4FA7-8325-47E444CA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47850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4DE"/>
          </a:solidFill>
          <a:ln xmlns:a="http://schemas.openxmlformats.org/drawingml/2006/main" w="9525">
            <a:solidFill>
              <a:srgbClr val="F4E4DE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3AA6353-D7B1-4ADD-85D9-BF8383D4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924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defPPr>
            <a:lvl1pPr algn="ctr">
              <a:buNone/>
              <a:defRPr sz="105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1pPr>
            <a:lvl2pPr algn="ctr">
              <a:buNone/>
              <a:defRPr sz="105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2pPr>
            <a:lvl3pPr algn="ctr">
              <a:buNone/>
              <a:defRPr sz="105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3pPr>
            <a:lvl4pPr algn="ctr">
              <a:buNone/>
              <a:defRPr sz="105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4pPr>
            <a:lvl5pPr algn="ctr">
              <a:buNone/>
              <a:defRPr sz="105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5pPr>
            <a:lvl6pPr algn="ctr">
              <a:buNone/>
              <a:defRPr sz="105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6pPr>
            <a:lvl7pPr algn="ctr">
              <a:buNone/>
              <a:defRPr sz="105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7pPr>
            <a:lvl8pPr algn="ctr">
              <a:buNone/>
              <a:defRPr sz="105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8pPr>
            <a:lvl9pPr algn="ctr">
              <a:buNone/>
              <a:defRPr sz="105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A8432D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A8432D"/>
                </a:solidFill>
                <a:latin typeface="Helvetica"/>
                <a:ea typeface="Helvetica"/>
                <a:cs typeface="Helvetica"/>
              </a:rPr>
              <a:t>V1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AF76318-3ED0-47CC-8BE0-5709D3C6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003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MVP local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27B5304-A9C2-4ACF-AF92-BD771682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9525">
            <a:solidFill>
              <a:srgbClr val="A8432D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F445E00-26B4-4F98-A11F-BED15025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0956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1275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CRUD de cafeterías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804B35C-BB60-44F3-B856-A7F641F2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9525">
            <a:solidFill>
              <a:srgbClr val="A8432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68C7F01-0ABC-42F8-8EBB-4A11C09E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052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1275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Búsqueda, filtros y favoritos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3FDB761-6E67-468B-B6A6-4DD840F4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9525">
            <a:solidFill>
              <a:srgbClr val="A8432D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A2BCAF4-0778-43E3-BC46-75F07A66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148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1275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Ratings y estadísticas globales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D3A9D44-88E5-4912-B566-D62D9D8A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9525">
            <a:solidFill>
              <a:srgbClr val="A8432D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6AD9353-2634-4446-9577-0D7EDA13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9244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1275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SQLite, sin autenticación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B8B30B2-2EFC-4E4B-8801-319AE5DA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62100"/>
            <a:ext cx="3371850" cy="44005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383">
            <a:solidFill>
              <a:srgbClr val="DFD2C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DC7941A-7FE2-4780-9B05-C44C9BA4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62100"/>
            <a:ext cx="3371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4A"/>
          </a:solidFill>
          <a:ln xmlns:a="http://schemas.openxmlformats.org/drawingml/2006/main" w="9525">
            <a:solidFill>
              <a:srgbClr val="66704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BBACC9C-194C-4675-AEDE-8A3FA1FD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847850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CDF"/>
          </a:solidFill>
          <a:ln xmlns:a="http://schemas.openxmlformats.org/drawingml/2006/main" w="9525">
            <a:solidFill>
              <a:srgbClr val="E9ECD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31D4DE1-930E-46A0-AF00-38E0C907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924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66704A"/>
                </a:solidFill>
                <a:latin typeface="Helvetica"/>
                <a:ea typeface="Helvetica"/>
                <a:cs typeface="Helvetica"/>
              </a:defRPr>
            </a:defPPr>
            <a:lvl1pPr algn="ctr">
              <a:buNone/>
              <a:defRPr sz="1050" b="1">
                <a:solidFill>
                  <a:srgbClr val="66704A"/>
                </a:solidFill>
                <a:latin typeface="Helvetica"/>
                <a:ea typeface="Helvetica"/>
                <a:cs typeface="Helvetica"/>
              </a:defRPr>
            </a:lvl1pPr>
            <a:lvl2pPr algn="ctr">
              <a:buNone/>
              <a:defRPr sz="1050" b="1">
                <a:solidFill>
                  <a:srgbClr val="66704A"/>
                </a:solidFill>
                <a:latin typeface="Helvetica"/>
                <a:ea typeface="Helvetica"/>
                <a:cs typeface="Helvetica"/>
              </a:defRPr>
            </a:lvl2pPr>
            <a:lvl3pPr algn="ctr">
              <a:buNone/>
              <a:defRPr sz="1050" b="1">
                <a:solidFill>
                  <a:srgbClr val="66704A"/>
                </a:solidFill>
                <a:latin typeface="Helvetica"/>
                <a:ea typeface="Helvetica"/>
                <a:cs typeface="Helvetica"/>
              </a:defRPr>
            </a:lvl3pPr>
            <a:lvl4pPr algn="ctr">
              <a:buNone/>
              <a:defRPr sz="1050" b="1">
                <a:solidFill>
                  <a:srgbClr val="66704A"/>
                </a:solidFill>
                <a:latin typeface="Helvetica"/>
                <a:ea typeface="Helvetica"/>
                <a:cs typeface="Helvetica"/>
              </a:defRPr>
            </a:lvl4pPr>
            <a:lvl5pPr algn="ctr">
              <a:buNone/>
              <a:defRPr sz="1050" b="1">
                <a:solidFill>
                  <a:srgbClr val="66704A"/>
                </a:solidFill>
                <a:latin typeface="Helvetica"/>
                <a:ea typeface="Helvetica"/>
                <a:cs typeface="Helvetica"/>
              </a:defRPr>
            </a:lvl5pPr>
            <a:lvl6pPr algn="ctr">
              <a:buNone/>
              <a:defRPr sz="1050" b="1">
                <a:solidFill>
                  <a:srgbClr val="66704A"/>
                </a:solidFill>
                <a:latin typeface="Helvetica"/>
                <a:ea typeface="Helvetica"/>
                <a:cs typeface="Helvetica"/>
              </a:defRPr>
            </a:lvl6pPr>
            <a:lvl7pPr algn="ctr">
              <a:buNone/>
              <a:defRPr sz="1050" b="1">
                <a:solidFill>
                  <a:srgbClr val="66704A"/>
                </a:solidFill>
                <a:latin typeface="Helvetica"/>
                <a:ea typeface="Helvetica"/>
                <a:cs typeface="Helvetica"/>
              </a:defRPr>
            </a:lvl7pPr>
            <a:lvl8pPr algn="ctr">
              <a:buNone/>
              <a:defRPr sz="1050" b="1">
                <a:solidFill>
                  <a:srgbClr val="66704A"/>
                </a:solidFill>
                <a:latin typeface="Helvetica"/>
                <a:ea typeface="Helvetica"/>
                <a:cs typeface="Helvetica"/>
              </a:defRPr>
            </a:lvl8pPr>
            <a:lvl9pPr algn="ctr">
              <a:buNone/>
              <a:defRPr sz="1050" b="1">
                <a:solidFill>
                  <a:srgbClr val="66704A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66704A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66704A"/>
                </a:solidFill>
                <a:latin typeface="Helvetica"/>
                <a:ea typeface="Helvetica"/>
                <a:cs typeface="Helvetica"/>
              </a:rPr>
              <a:t>V2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21B3F0C-D769-484C-9524-9C6FB7D5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003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Producto personal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9B3B1FE-5B6C-4BD3-AA44-7BAE0674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4A"/>
          </a:solidFill>
          <a:ln xmlns:a="http://schemas.openxmlformats.org/drawingml/2006/main" w="9525">
            <a:solidFill>
              <a:srgbClr val="66704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286D0C7-9FD0-48D4-9D92-E70F91AB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0956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1275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Usuarios y datos aislados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A8D7511-4929-4775-8AC3-412DE8A2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4A"/>
          </a:solidFill>
          <a:ln xmlns:a="http://schemas.openxmlformats.org/drawingml/2006/main" w="9525">
            <a:solidFill>
              <a:srgbClr val="66704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4D7AD71-FFF9-4A9C-A631-338CADB6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5909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1275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Auth0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AEDE1FF-2543-4110-B6A5-A415A0D0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33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4A"/>
          </a:solidFill>
          <a:ln xmlns:a="http://schemas.openxmlformats.org/drawingml/2006/main" w="9525">
            <a:solidFill>
              <a:srgbClr val="66704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12D12D4-2059-4FDA-AEE8-AC460FFA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0862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1275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Mapa, Places y validación CABA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9AFCB88-E810-423C-B8DC-D9CA47C8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29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4A"/>
          </a:solidFill>
          <a:ln xmlns:a="http://schemas.openxmlformats.org/drawingml/2006/main" w="9525">
            <a:solidFill>
              <a:srgbClr val="66704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9C45B1C-A9CE-41C5-AD37-0AF08032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5815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1275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Visitas, fotos y dashboard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1C5C9E5-E394-4BDA-844F-2F8EBE37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24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4A"/>
          </a:solidFill>
          <a:ln xmlns:a="http://schemas.openxmlformats.org/drawingml/2006/main" w="9525">
            <a:solidFill>
              <a:srgbClr val="66704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EADDA24-4FA4-4FEA-A1F8-528DAF79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0768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1275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Recomendaciones personalizadas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7F14025-ACDE-4DEA-A37A-43B98EE4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562100"/>
            <a:ext cx="3371850" cy="44005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383">
            <a:solidFill>
              <a:srgbClr val="DFD2C2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526C7A2-7B45-4E79-9CD8-1F415256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562100"/>
            <a:ext cx="3371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A14B"/>
          </a:solidFill>
          <a:ln xmlns:a="http://schemas.openxmlformats.org/drawingml/2006/main" w="9525">
            <a:solidFill>
              <a:srgbClr val="D2A14B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54E204D-A4E5-409C-8506-81B19179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47850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CD6"/>
          </a:solidFill>
          <a:ln xmlns:a="http://schemas.openxmlformats.org/drawingml/2006/main" w="9525">
            <a:solidFill>
              <a:srgbClr val="F7ECD6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6F3586A-1E51-4F2C-857D-3A367237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24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D2A14B"/>
                </a:solidFill>
                <a:latin typeface="Helvetica"/>
                <a:ea typeface="Helvetica"/>
                <a:cs typeface="Helvetica"/>
              </a:defRPr>
            </a:defPPr>
            <a:lvl1pPr algn="ctr">
              <a:buNone/>
              <a:defRPr sz="1050" b="1">
                <a:solidFill>
                  <a:srgbClr val="D2A14B"/>
                </a:solidFill>
                <a:latin typeface="Helvetica"/>
                <a:ea typeface="Helvetica"/>
                <a:cs typeface="Helvetica"/>
              </a:defRPr>
            </a:lvl1pPr>
            <a:lvl2pPr algn="ctr">
              <a:buNone/>
              <a:defRPr sz="1050" b="1">
                <a:solidFill>
                  <a:srgbClr val="D2A14B"/>
                </a:solidFill>
                <a:latin typeface="Helvetica"/>
                <a:ea typeface="Helvetica"/>
                <a:cs typeface="Helvetica"/>
              </a:defRPr>
            </a:lvl2pPr>
            <a:lvl3pPr algn="ctr">
              <a:buNone/>
              <a:defRPr sz="1050" b="1">
                <a:solidFill>
                  <a:srgbClr val="D2A14B"/>
                </a:solidFill>
                <a:latin typeface="Helvetica"/>
                <a:ea typeface="Helvetica"/>
                <a:cs typeface="Helvetica"/>
              </a:defRPr>
            </a:lvl3pPr>
            <a:lvl4pPr algn="ctr">
              <a:buNone/>
              <a:defRPr sz="1050" b="1">
                <a:solidFill>
                  <a:srgbClr val="D2A14B"/>
                </a:solidFill>
                <a:latin typeface="Helvetica"/>
                <a:ea typeface="Helvetica"/>
                <a:cs typeface="Helvetica"/>
              </a:defRPr>
            </a:lvl4pPr>
            <a:lvl5pPr algn="ctr">
              <a:buNone/>
              <a:defRPr sz="1050" b="1">
                <a:solidFill>
                  <a:srgbClr val="D2A14B"/>
                </a:solidFill>
                <a:latin typeface="Helvetica"/>
                <a:ea typeface="Helvetica"/>
                <a:cs typeface="Helvetica"/>
              </a:defRPr>
            </a:lvl5pPr>
            <a:lvl6pPr algn="ctr">
              <a:buNone/>
              <a:defRPr sz="1050" b="1">
                <a:solidFill>
                  <a:srgbClr val="D2A14B"/>
                </a:solidFill>
                <a:latin typeface="Helvetica"/>
                <a:ea typeface="Helvetica"/>
                <a:cs typeface="Helvetica"/>
              </a:defRPr>
            </a:lvl6pPr>
            <a:lvl7pPr algn="ctr">
              <a:buNone/>
              <a:defRPr sz="1050" b="1">
                <a:solidFill>
                  <a:srgbClr val="D2A14B"/>
                </a:solidFill>
                <a:latin typeface="Helvetica"/>
                <a:ea typeface="Helvetica"/>
                <a:cs typeface="Helvetica"/>
              </a:defRPr>
            </a:lvl7pPr>
            <a:lvl8pPr algn="ctr">
              <a:buNone/>
              <a:defRPr sz="1050" b="1">
                <a:solidFill>
                  <a:srgbClr val="D2A14B"/>
                </a:solidFill>
                <a:latin typeface="Helvetica"/>
                <a:ea typeface="Helvetica"/>
                <a:cs typeface="Helvetica"/>
              </a:defRPr>
            </a:lvl8pPr>
            <a:lvl9pPr algn="ctr">
              <a:buNone/>
              <a:defRPr sz="1050" b="1">
                <a:solidFill>
                  <a:srgbClr val="D2A14B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D2A14B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D2A14B"/>
                </a:solidFill>
                <a:latin typeface="Helvetica"/>
                <a:ea typeface="Helvetica"/>
                <a:cs typeface="Helvetica"/>
              </a:rPr>
              <a:t>V3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73AF646-C632-453A-BEF3-05C50058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003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Experiencia refinada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02AA225-6372-4934-8B0E-21F386DB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14B"/>
          </a:solidFill>
          <a:ln xmlns:a="http://schemas.openxmlformats.org/drawingml/2006/main" w="9525">
            <a:solidFill>
              <a:srgbClr val="D2A14B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682EB9-FCAA-4385-9DF8-2A811581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956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1275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Nuevo sistema visual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9D7684A-E0A5-4DF1-A58C-585E2355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14B"/>
          </a:solidFill>
          <a:ln xmlns:a="http://schemas.openxmlformats.org/drawingml/2006/main" w="9525">
            <a:solidFill>
              <a:srgbClr val="D2A14B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5D4F1A4-2B33-4865-A340-82222223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909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1275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Navegación y secciones reordenadas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1F76AF2-41A9-4C00-A116-20BA81E3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14B"/>
          </a:solidFill>
          <a:ln xmlns:a="http://schemas.openxmlformats.org/drawingml/2006/main" w="9525">
            <a:solidFill>
              <a:srgbClr val="D2A14B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3BD471E-136B-4178-BB85-2B6D0AB6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862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1275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Filtros integrados en la colección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BDC3EB5-7C59-4647-9A73-49F31BF5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14B"/>
          </a:solidFill>
          <a:ln xmlns:a="http://schemas.openxmlformats.org/drawingml/2006/main" w="9525">
            <a:solidFill>
              <a:srgbClr val="D2A14B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B52D351-8CFA-414A-83AA-671FED00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815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1275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Recomendaciones paginadas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6B198CE-7A1D-479B-AE2C-B545CC02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24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14B"/>
          </a:solidFill>
          <a:ln xmlns:a="http://schemas.openxmlformats.org/drawingml/2006/main" w="9525">
            <a:solidFill>
              <a:srgbClr val="D2A14B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F1F1AC9-7A59-459D-A351-5D71EDDB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0768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2A1B17"/>
                </a:solidFill>
                <a:latin typeface="Helvetica"/>
                <a:ea typeface="Helvetica"/>
                <a:cs typeface="Helvetica"/>
              </a:defRPr>
            </a:pPr>
            <a:r>
              <a:rPr sz="1275">
                <a:solidFill>
                  <a:srgbClr val="2A1B17"/>
                </a:solidFill>
                <a:latin typeface="Helvetica"/>
                <a:ea typeface="Helvetica"/>
                <a:cs typeface="Helvetica"/>
              </a:rPr>
              <a:t>Dashboard y gráfico simplificados</a:t>
            </a:r>
          </a:p>
        </p:txBody>
      </p:sp>
    </p:spTree>
    <p:extLst>
      <p:ext uri="{BB962C8B-B14F-4D97-AF65-F5344CB8AC3E}">
        <p14:creationId xmlns:p14="http://schemas.microsoft.com/office/powerpoint/2010/main" val="1414941185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Text 0">
            <a:extLst xmlns:a="http://schemas.openxmlformats.org/drawingml/2006/main">
              <a:ext uri="{FF2B5EF4-FFF2-40B4-BE49-F238E27FC236}">
                <a16:creationId xmlns:a16="http://schemas.microsoft.com/office/drawing/2014/main" id="{5E5A5F5C-9A36-401E-A1EF-5E4D0573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6" y="395731"/>
            <a:ext cx="2560323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 spc="170">
                <a:solidFill>
                  <a:srgbClr val="A8432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ARQUITECTURA</a:t>
            </a:r>
          </a:p>
        </p:txBody>
      </p:sp>
      <p:sp>
        <p:nvSpPr>
          <p:cNvPr id="83" name="Text 1">
            <a:extLst xmlns:a="http://schemas.openxmlformats.org/drawingml/2006/main">
              <a:ext uri="{FF2B5EF4-FFF2-40B4-BE49-F238E27FC236}">
                <a16:creationId xmlns:a16="http://schemas.microsoft.com/office/drawing/2014/main" id="{5B10ECA5-3D2D-437F-B759-68B35620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93927"/>
            <a:ext cx="9966960" cy="431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5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Stack y flujo de la aplicación</a:t>
            </a:r>
          </a:p>
        </p:txBody>
      </p:sp>
      <p:sp>
        <p:nvSpPr>
          <p:cNvPr id="84" name="Text 2">
            <a:extLst xmlns:a="http://schemas.openxmlformats.org/drawingml/2006/main">
              <a:ext uri="{FF2B5EF4-FFF2-40B4-BE49-F238E27FC236}">
                <a16:creationId xmlns:a16="http://schemas.microsoft.com/office/drawing/2014/main" id="{0CCAE521-BE2C-410A-A692-56A2DCFA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511" y="727709"/>
            <a:ext cx="566930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r">
              <a:buNone/>
              <a:defRPr sz="1100" b="1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85" name="Shape 3">
            <a:extLst xmlns:a="http://schemas.openxmlformats.org/drawingml/2006/main">
              <a:ext uri="{FF2B5EF4-FFF2-40B4-BE49-F238E27FC236}">
                <a16:creationId xmlns:a16="http://schemas.microsoft.com/office/drawing/2014/main" id="{A753DF6D-69A5-4BCB-AEF2-0C8E0708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" y="1271016"/>
            <a:ext cx="10863074" cy="2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6" name="Shape 4">
            <a:extLst xmlns:a="http://schemas.openxmlformats.org/drawingml/2006/main">
              <a:ext uri="{FF2B5EF4-FFF2-40B4-BE49-F238E27FC236}">
                <a16:creationId xmlns:a16="http://schemas.microsoft.com/office/drawing/2014/main" id="{2E8AA654-B699-4955-B2D7-ACB672E7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6"/>
            <a:ext cx="2907794" cy="2176274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3D5C3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7" name="Shape 5">
            <a:extLst xmlns:a="http://schemas.openxmlformats.org/drawingml/2006/main">
              <a:ext uri="{FF2B5EF4-FFF2-40B4-BE49-F238E27FC236}">
                <a16:creationId xmlns:a16="http://schemas.microsoft.com/office/drawing/2014/main" id="{F52B6D77-3379-472B-8FE7-95AAB4CD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6" y="1572766"/>
            <a:ext cx="2907795" cy="109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Shape 6">
            <a:extLst xmlns:a="http://schemas.openxmlformats.org/drawingml/2006/main">
              <a:ext uri="{FF2B5EF4-FFF2-40B4-BE49-F238E27FC236}">
                <a16:creationId xmlns:a16="http://schemas.microsoft.com/office/drawing/2014/main" id="{76CEA012-DE0F-42F7-8E74-5E05A151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874520"/>
            <a:ext cx="530355" cy="530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E"/>
          </a:solidFill>
          <a:ln xmlns:a="http://schemas.openxmlformats.org/drawingml/2006/main" w="12700">
            <a:solidFill>
              <a:srgbClr val="F4E4DE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89" name="Image 0">
            <a:extLst xmlns:a="http://schemas.openxmlformats.org/drawingml/2006/main">
              <a:ext uri="{FF2B5EF4-FFF2-40B4-BE49-F238E27FC236}">
                <a16:creationId xmlns:a16="http://schemas.microsoft.com/office/drawing/2014/main" id="{8DB61B4E-74A9-4258-A290-81273B8669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6c28c926546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9365" y="1991197"/>
            <a:ext cx="296999" cy="296999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90" name="Text 7">
            <a:extLst xmlns:a="http://schemas.openxmlformats.org/drawingml/2006/main">
              <a:ext uri="{FF2B5EF4-FFF2-40B4-BE49-F238E27FC236}">
                <a16:creationId xmlns:a16="http://schemas.microsoft.com/office/drawing/2014/main" id="{31816AEF-8BEA-4D14-85C1-DF95564D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4" y="1916428"/>
            <a:ext cx="1600203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 spc="79">
                <a:solidFill>
                  <a:srgbClr val="A8432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FRONTEND</a:t>
            </a:r>
          </a:p>
        </p:txBody>
      </p:sp>
      <p:sp>
        <p:nvSpPr>
          <p:cNvPr id="91" name="Text 8">
            <a:extLst xmlns:a="http://schemas.openxmlformats.org/drawingml/2006/main">
              <a:ext uri="{FF2B5EF4-FFF2-40B4-BE49-F238E27FC236}">
                <a16:creationId xmlns:a16="http://schemas.microsoft.com/office/drawing/2014/main" id="{08579B54-B9A8-4CAB-82BA-8E18E4E4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49905"/>
            <a:ext cx="2304290" cy="3683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Interfaz web</a:t>
            </a:r>
          </a:p>
        </p:txBody>
      </p:sp>
      <p:sp>
        <p:nvSpPr>
          <p:cNvPr id="92" name="Text 9">
            <a:extLst xmlns:a="http://schemas.openxmlformats.org/drawingml/2006/main">
              <a:ext uri="{FF2B5EF4-FFF2-40B4-BE49-F238E27FC236}">
                <a16:creationId xmlns:a16="http://schemas.microsoft.com/office/drawing/2014/main" id="{FCA6948D-BC06-4C23-8927-F2CAEE92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6" y="3205733"/>
            <a:ext cx="2331723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HTML, CSS, JavaScript</a:t>
            </a:r>
          </a:p>
        </p:txBody>
      </p:sp>
      <p:sp>
        <p:nvSpPr>
          <p:cNvPr id="93" name="Shape 10">
            <a:extLst xmlns:a="http://schemas.openxmlformats.org/drawingml/2006/main">
              <a:ext uri="{FF2B5EF4-FFF2-40B4-BE49-F238E27FC236}">
                <a16:creationId xmlns:a16="http://schemas.microsoft.com/office/drawing/2014/main" id="{08614F35-412A-4389-B3F5-FA389459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1" y="1572766"/>
            <a:ext cx="2907794" cy="2176274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3D5C3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4" name="Shape 11">
            <a:extLst xmlns:a="http://schemas.openxmlformats.org/drawingml/2006/main">
              <a:ext uri="{FF2B5EF4-FFF2-40B4-BE49-F238E27FC236}">
                <a16:creationId xmlns:a16="http://schemas.microsoft.com/office/drawing/2014/main" id="{8AE05E82-373A-4472-9892-9AAB6CE6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1" y="1572766"/>
            <a:ext cx="2907794" cy="109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4A"/>
          </a:solidFill>
          <a:ln xmlns:a="http://schemas.openxmlformats.org/drawingml/2006/main" w="12700">
            <a:solidFill>
              <a:srgbClr val="66704A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5" name="Shape 12">
            <a:extLst xmlns:a="http://schemas.openxmlformats.org/drawingml/2006/main">
              <a:ext uri="{FF2B5EF4-FFF2-40B4-BE49-F238E27FC236}">
                <a16:creationId xmlns:a16="http://schemas.microsoft.com/office/drawing/2014/main" id="{B5DDE024-E6B7-4FD1-AF75-A671F0EA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1" y="1874520"/>
            <a:ext cx="530355" cy="530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CDF"/>
          </a:solidFill>
          <a:ln xmlns:a="http://schemas.openxmlformats.org/drawingml/2006/main" w="12700">
            <a:solidFill>
              <a:srgbClr val="E9ECDF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96" name="Image 1">
            <a:extLst xmlns:a="http://schemas.openxmlformats.org/drawingml/2006/main">
              <a:ext uri="{FF2B5EF4-FFF2-40B4-BE49-F238E27FC236}">
                <a16:creationId xmlns:a16="http://schemas.microsoft.com/office/drawing/2014/main" id="{DD151ABA-F60B-4C21-A4CC-1D1710AF64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3bdf0b5514d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4668" y="1991197"/>
            <a:ext cx="296999" cy="296999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97" name="Text 13">
            <a:extLst xmlns:a="http://schemas.openxmlformats.org/drawingml/2006/main">
              <a:ext uri="{FF2B5EF4-FFF2-40B4-BE49-F238E27FC236}">
                <a16:creationId xmlns:a16="http://schemas.microsoft.com/office/drawing/2014/main" id="{C92715F5-0CBA-48BF-892F-0CA193ED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59" y="1916428"/>
            <a:ext cx="1600202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 spc="79">
                <a:solidFill>
                  <a:srgbClr val="66704A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BACKEND</a:t>
            </a:r>
          </a:p>
        </p:txBody>
      </p:sp>
      <p:sp>
        <p:nvSpPr>
          <p:cNvPr id="98" name="Text 14">
            <a:extLst xmlns:a="http://schemas.openxmlformats.org/drawingml/2006/main">
              <a:ext uri="{FF2B5EF4-FFF2-40B4-BE49-F238E27FC236}">
                <a16:creationId xmlns:a16="http://schemas.microsoft.com/office/drawing/2014/main" id="{564F4D61-562C-4460-86D7-7BD504D3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1" y="2549905"/>
            <a:ext cx="2304290" cy="3683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API y reglas</a:t>
            </a:r>
          </a:p>
        </p:txBody>
      </p:sp>
      <p:sp>
        <p:nvSpPr>
          <p:cNvPr id="99" name="Text 15">
            <a:extLst xmlns:a="http://schemas.openxmlformats.org/drawingml/2006/main">
              <a:ext uri="{FF2B5EF4-FFF2-40B4-BE49-F238E27FC236}">
                <a16:creationId xmlns:a16="http://schemas.microsoft.com/office/drawing/2014/main" id="{8C5A7F16-A5EB-4975-82DB-02DB47E7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1" y="3205733"/>
            <a:ext cx="2331722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Python, FastAPI</a:t>
            </a:r>
          </a:p>
        </p:txBody>
      </p:sp>
      <p:sp>
        <p:nvSpPr>
          <p:cNvPr id="100" name="Shape 16">
            <a:extLst xmlns:a="http://schemas.openxmlformats.org/drawingml/2006/main">
              <a:ext uri="{FF2B5EF4-FFF2-40B4-BE49-F238E27FC236}">
                <a16:creationId xmlns:a16="http://schemas.microsoft.com/office/drawing/2014/main" id="{D04DB20D-4678-425E-AB9A-2704467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572766"/>
            <a:ext cx="2907794" cy="2176274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3D5C3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1" name="Shape 17">
            <a:extLst xmlns:a="http://schemas.openxmlformats.org/drawingml/2006/main">
              <a:ext uri="{FF2B5EF4-FFF2-40B4-BE49-F238E27FC236}">
                <a16:creationId xmlns:a16="http://schemas.microsoft.com/office/drawing/2014/main" id="{89C6AA7D-9312-44EB-A00F-A19C5BB3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572766"/>
            <a:ext cx="2907794" cy="109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" name="Shape 18">
            <a:extLst xmlns:a="http://schemas.openxmlformats.org/drawingml/2006/main">
              <a:ext uri="{FF2B5EF4-FFF2-40B4-BE49-F238E27FC236}">
                <a16:creationId xmlns:a16="http://schemas.microsoft.com/office/drawing/2014/main" id="{087816BF-F862-4714-A4FA-A2CEEA90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4" y="1874520"/>
            <a:ext cx="530355" cy="530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ADF"/>
          </a:solidFill>
          <a:ln xmlns:a="http://schemas.openxmlformats.org/drawingml/2006/main" w="12700">
            <a:solidFill>
              <a:srgbClr val="F8EADF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03" name="Image 2">
            <a:extLst xmlns:a="http://schemas.openxmlformats.org/drawingml/2006/main">
              <a:ext uri="{FF2B5EF4-FFF2-40B4-BE49-F238E27FC236}">
                <a16:creationId xmlns:a16="http://schemas.microsoft.com/office/drawing/2014/main" id="{099759AD-065D-4E4D-AE5A-6F96BD9EFA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422346f454e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9973" y="1991197"/>
            <a:ext cx="296999" cy="296999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04" name="Text 19">
            <a:extLst xmlns:a="http://schemas.openxmlformats.org/drawingml/2006/main">
              <a:ext uri="{FF2B5EF4-FFF2-40B4-BE49-F238E27FC236}">
                <a16:creationId xmlns:a16="http://schemas.microsoft.com/office/drawing/2014/main" id="{A83171CF-1C62-40B0-A64B-B3FCB24B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1916428"/>
            <a:ext cx="1600202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 spc="79">
                <a:solidFill>
                  <a:srgbClr val="A8432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DATOS</a:t>
            </a:r>
          </a:p>
        </p:txBody>
      </p:sp>
      <p:sp>
        <p:nvSpPr>
          <p:cNvPr id="105" name="Text 20">
            <a:extLst xmlns:a="http://schemas.openxmlformats.org/drawingml/2006/main">
              <a:ext uri="{FF2B5EF4-FFF2-40B4-BE49-F238E27FC236}">
                <a16:creationId xmlns:a16="http://schemas.microsoft.com/office/drawing/2014/main" id="{C93882EC-7D51-4866-8ACB-10B2E118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4" y="2549905"/>
            <a:ext cx="2304290" cy="3683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1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Persistencia</a:t>
            </a:r>
          </a:p>
        </p:txBody>
      </p:sp>
      <p:sp>
        <p:nvSpPr>
          <p:cNvPr id="106" name="Text 21">
            <a:extLst xmlns:a="http://schemas.openxmlformats.org/drawingml/2006/main">
              <a:ext uri="{FF2B5EF4-FFF2-40B4-BE49-F238E27FC236}">
                <a16:creationId xmlns:a16="http://schemas.microsoft.com/office/drawing/2014/main" id="{F6F9D408-B37C-435F-885A-D84F218B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4" y="3205733"/>
            <a:ext cx="2331723" cy="16764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SQLModel, SQLite</a:t>
            </a:r>
          </a:p>
        </p:txBody>
      </p:sp>
      <p:sp>
        <p:nvSpPr>
          <p:cNvPr id="107" name="Shape 22">
            <a:extLst xmlns:a="http://schemas.openxmlformats.org/drawingml/2006/main">
              <a:ext uri="{FF2B5EF4-FFF2-40B4-BE49-F238E27FC236}">
                <a16:creationId xmlns:a16="http://schemas.microsoft.com/office/drawing/2014/main" id="{41E74738-B81C-4C17-A358-2D995052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2468878"/>
            <a:ext cx="384050" cy="38405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D2A14B"/>
          </a:solidFill>
          <a:ln xmlns:a="http://schemas.openxmlformats.org/drawingml/2006/main" w="12700">
            <a:solidFill>
              <a:srgbClr val="D2A14B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8" name="Shape 23">
            <a:extLst xmlns:a="http://schemas.openxmlformats.org/drawingml/2006/main">
              <a:ext uri="{FF2B5EF4-FFF2-40B4-BE49-F238E27FC236}">
                <a16:creationId xmlns:a16="http://schemas.microsoft.com/office/drawing/2014/main" id="{40FDCE95-AC7E-46C8-BB72-A9E139E2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2468878"/>
            <a:ext cx="384050" cy="38405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D2A14B"/>
          </a:solidFill>
          <a:ln xmlns:a="http://schemas.openxmlformats.org/drawingml/2006/main" w="12700">
            <a:solidFill>
              <a:srgbClr val="D2A14B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9" name="Shape 24">
            <a:extLst xmlns:a="http://schemas.openxmlformats.org/drawingml/2006/main">
              <a:ext uri="{FF2B5EF4-FFF2-40B4-BE49-F238E27FC236}">
                <a16:creationId xmlns:a16="http://schemas.microsoft.com/office/drawing/2014/main" id="{CCFD9C51-AFC1-43DE-8B70-51D6A73C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3291841" cy="1353314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E9ECDF"/>
          </a:solidFill>
          <a:ln xmlns:a="http://schemas.openxmlformats.org/drawingml/2006/main" w="12700">
            <a:solidFill>
              <a:srgbClr val="66704A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0" name="Shape 25">
            <a:extLst xmlns:a="http://schemas.openxmlformats.org/drawingml/2006/main">
              <a:ext uri="{FF2B5EF4-FFF2-40B4-BE49-F238E27FC236}">
                <a16:creationId xmlns:a16="http://schemas.microsoft.com/office/drawing/2014/main" id="{AB9D70DB-1F14-465D-B738-045E9A12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3710"/>
            <a:ext cx="512064" cy="5120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FFFDF9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11" name="Image 3">
            <a:extLst xmlns:a="http://schemas.openxmlformats.org/drawingml/2006/main">
              <a:ext uri="{FF2B5EF4-FFF2-40B4-BE49-F238E27FC236}">
                <a16:creationId xmlns:a16="http://schemas.microsoft.com/office/drawing/2014/main" id="{E0422C4A-798A-4115-BD21-47E002E5DC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a9fdc069a4f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053" y="4666365"/>
            <a:ext cx="286757" cy="28675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12" name="Text 26">
            <a:extLst xmlns:a="http://schemas.openxmlformats.org/drawingml/2006/main">
              <a:ext uri="{FF2B5EF4-FFF2-40B4-BE49-F238E27FC236}">
                <a16:creationId xmlns:a16="http://schemas.microsoft.com/office/drawing/2014/main" id="{048E7243-3E0D-4F9B-8693-5286C939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4428235"/>
            <a:ext cx="2148840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66704A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IDENTIDAD</a:t>
            </a:r>
          </a:p>
        </p:txBody>
      </p:sp>
      <p:sp>
        <p:nvSpPr>
          <p:cNvPr id="113" name="Text 27">
            <a:extLst xmlns:a="http://schemas.openxmlformats.org/drawingml/2006/main">
              <a:ext uri="{FF2B5EF4-FFF2-40B4-BE49-F238E27FC236}">
                <a16:creationId xmlns:a16="http://schemas.microsoft.com/office/drawing/2014/main" id="{DFE8C4F5-C0D3-423E-AC92-60F03932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4860797"/>
            <a:ext cx="2121408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Auth0</a:t>
            </a:r>
          </a:p>
        </p:txBody>
      </p:sp>
      <p:sp>
        <p:nvSpPr>
          <p:cNvPr id="114" name="Shape 28">
            <a:extLst xmlns:a="http://schemas.openxmlformats.org/drawingml/2006/main">
              <a:ext uri="{FF2B5EF4-FFF2-40B4-BE49-F238E27FC236}">
                <a16:creationId xmlns:a16="http://schemas.microsoft.com/office/drawing/2014/main" id="{3BC71FCD-9779-4FE0-A89D-E29DE55D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4160520"/>
            <a:ext cx="3657602" cy="1353314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4E4DE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5" name="Shape 29">
            <a:extLst xmlns:a="http://schemas.openxmlformats.org/drawingml/2006/main">
              <a:ext uri="{FF2B5EF4-FFF2-40B4-BE49-F238E27FC236}">
                <a16:creationId xmlns:a16="http://schemas.microsoft.com/office/drawing/2014/main" id="{FF6DA880-8A7A-491E-8F80-D50FB7DC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553710"/>
            <a:ext cx="512067" cy="5120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FFFDF9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16" name="Image 4">
            <a:extLst xmlns:a="http://schemas.openxmlformats.org/drawingml/2006/main">
              <a:ext uri="{FF2B5EF4-FFF2-40B4-BE49-F238E27FC236}">
                <a16:creationId xmlns:a16="http://schemas.microsoft.com/office/drawing/2014/main" id="{E097A1D8-7A5A-4378-A452-5B5B32BC75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3ad0106f947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1774" y="4666365"/>
            <a:ext cx="286758" cy="28675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17" name="Text 30">
            <a:extLst xmlns:a="http://schemas.openxmlformats.org/drawingml/2006/main">
              <a:ext uri="{FF2B5EF4-FFF2-40B4-BE49-F238E27FC236}">
                <a16:creationId xmlns:a16="http://schemas.microsoft.com/office/drawing/2014/main" id="{7D1043CF-8BA1-4D22-BA0D-AB955585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776" y="4428235"/>
            <a:ext cx="2514602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A8432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MAPAS</a:t>
            </a:r>
          </a:p>
        </p:txBody>
      </p:sp>
      <p:sp>
        <p:nvSpPr>
          <p:cNvPr id="118" name="Text 31">
            <a:extLst xmlns:a="http://schemas.openxmlformats.org/drawingml/2006/main">
              <a:ext uri="{FF2B5EF4-FFF2-40B4-BE49-F238E27FC236}">
                <a16:creationId xmlns:a16="http://schemas.microsoft.com/office/drawing/2014/main" id="{7E86EDF5-8F7F-4C1A-BF2E-30777CC6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776" y="4860797"/>
            <a:ext cx="2487170" cy="16764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Google Maps, Places API</a:t>
            </a:r>
          </a:p>
        </p:txBody>
      </p:sp>
      <p:sp>
        <p:nvSpPr>
          <p:cNvPr id="119" name="Shape 32">
            <a:extLst xmlns:a="http://schemas.openxmlformats.org/drawingml/2006/main">
              <a:ext uri="{FF2B5EF4-FFF2-40B4-BE49-F238E27FC236}">
                <a16:creationId xmlns:a16="http://schemas.microsoft.com/office/drawing/2014/main" id="{DB776A9F-EAB2-4025-ABA1-8C418187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160520"/>
            <a:ext cx="3547874" cy="1353314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8EED7"/>
          </a:solidFill>
          <a:ln xmlns:a="http://schemas.openxmlformats.org/drawingml/2006/main" w="12700">
            <a:solidFill>
              <a:srgbClr val="D2A14B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0" name="Shape 33">
            <a:extLst xmlns:a="http://schemas.openxmlformats.org/drawingml/2006/main">
              <a:ext uri="{FF2B5EF4-FFF2-40B4-BE49-F238E27FC236}">
                <a16:creationId xmlns:a16="http://schemas.microsoft.com/office/drawing/2014/main" id="{660A296F-5E79-472C-8ECA-4614F985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53710"/>
            <a:ext cx="512064" cy="5120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FFFDF9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21" name="Image 5">
            <a:extLst xmlns:a="http://schemas.openxmlformats.org/drawingml/2006/main">
              <a:ext uri="{FF2B5EF4-FFF2-40B4-BE49-F238E27FC236}">
                <a16:creationId xmlns:a16="http://schemas.microsoft.com/office/drawing/2014/main" id="{8C11F2ED-604C-4317-9C89-F63688BF9E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07356d2d943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2254" y="4666365"/>
            <a:ext cx="286758" cy="28675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22" name="Text 34">
            <a:extLst xmlns:a="http://schemas.openxmlformats.org/drawingml/2006/main">
              <a:ext uri="{FF2B5EF4-FFF2-40B4-BE49-F238E27FC236}">
                <a16:creationId xmlns:a16="http://schemas.microsoft.com/office/drawing/2014/main" id="{9967508A-77AD-4BFB-A65C-BAB444E6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56" y="4428235"/>
            <a:ext cx="240487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D2A14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PRUEBAS</a:t>
            </a:r>
          </a:p>
        </p:txBody>
      </p:sp>
      <p:sp>
        <p:nvSpPr>
          <p:cNvPr id="123" name="Text 35">
            <a:extLst xmlns:a="http://schemas.openxmlformats.org/drawingml/2006/main">
              <a:ext uri="{FF2B5EF4-FFF2-40B4-BE49-F238E27FC236}">
                <a16:creationId xmlns:a16="http://schemas.microsoft.com/office/drawing/2014/main" id="{435E716A-EF28-4ABF-9299-A573C953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56" y="4860797"/>
            <a:ext cx="2377442" cy="16764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Pytest: 127 tests de API y flujos</a:t>
            </a:r>
          </a:p>
        </p:txBody>
      </p:sp>
      <p:sp>
        <p:nvSpPr>
          <p:cNvPr id="124" name="Shape 36">
            <a:extLst xmlns:a="http://schemas.openxmlformats.org/drawingml/2006/main">
              <a:ext uri="{FF2B5EF4-FFF2-40B4-BE49-F238E27FC236}">
                <a16:creationId xmlns:a16="http://schemas.microsoft.com/office/drawing/2014/main" id="{C335A2A9-E382-4709-B4E8-B3A0EE74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1" y="5870447"/>
            <a:ext cx="5449826" cy="32918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DCCB"/>
          </a:solidFill>
          <a:ln xmlns:a="http://schemas.openxmlformats.org/drawingml/2006/main" w="12700">
            <a:solidFill>
              <a:srgbClr val="E8DCCB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5" name="Text 37">
            <a:extLst xmlns:a="http://schemas.openxmlformats.org/drawingml/2006/main">
              <a:ext uri="{FF2B5EF4-FFF2-40B4-BE49-F238E27FC236}">
                <a16:creationId xmlns:a16="http://schemas.microsoft.com/office/drawing/2014/main" id="{E96BA472-6029-49D1-869F-792577CA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2" y="5936994"/>
            <a:ext cx="5303523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7B342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Flujo principal: navegador → API → validación → datos</a:t>
            </a:r>
          </a:p>
        </p:txBody>
      </p:sp>
    </p:spTree>
    <p:extLst>
      <p:ext uri="{BB962C8B-B14F-4D97-AF65-F5344CB8AC3E}">
        <p14:creationId xmlns:p14="http://schemas.microsoft.com/office/powerpoint/2010/main" val="1625971722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Text 0">
            <a:extLst xmlns:a="http://schemas.openxmlformats.org/drawingml/2006/main">
              <a:ext uri="{FF2B5EF4-FFF2-40B4-BE49-F238E27FC236}">
                <a16:creationId xmlns:a16="http://schemas.microsoft.com/office/drawing/2014/main" id="{7CD7CE7E-EF3F-4E03-844F-61E1ABD5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6" y="395731"/>
            <a:ext cx="2560323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 spc="170">
                <a:solidFill>
                  <a:srgbClr val="A8432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TRABAJO ASISTIDO POR IA</a:t>
            </a:r>
          </a:p>
        </p:txBody>
      </p:sp>
      <p:sp>
        <p:nvSpPr>
          <p:cNvPr id="128" name="Text 1">
            <a:extLst xmlns:a="http://schemas.openxmlformats.org/drawingml/2006/main">
              <a:ext uri="{FF2B5EF4-FFF2-40B4-BE49-F238E27FC236}">
                <a16:creationId xmlns:a16="http://schemas.microsoft.com/office/drawing/2014/main" id="{7F68E596-8686-4049-BA05-F32A9728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93927"/>
            <a:ext cx="9966960" cy="431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5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Proceso de desarrollo</a:t>
            </a:r>
          </a:p>
        </p:txBody>
      </p:sp>
      <p:sp>
        <p:nvSpPr>
          <p:cNvPr id="129" name="Text 2">
            <a:extLst xmlns:a="http://schemas.openxmlformats.org/drawingml/2006/main">
              <a:ext uri="{FF2B5EF4-FFF2-40B4-BE49-F238E27FC236}">
                <a16:creationId xmlns:a16="http://schemas.microsoft.com/office/drawing/2014/main" id="{4B14EF2C-D0D3-4F75-B91C-E7985CE8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511" y="727709"/>
            <a:ext cx="566930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r">
              <a:buNone/>
              <a:defRPr sz="1100" b="1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130" name="Shape 3">
            <a:extLst xmlns:a="http://schemas.openxmlformats.org/drawingml/2006/main">
              <a:ext uri="{FF2B5EF4-FFF2-40B4-BE49-F238E27FC236}">
                <a16:creationId xmlns:a16="http://schemas.microsoft.com/office/drawing/2014/main" id="{FDA94FF1-90C0-4C27-8E01-946B0CE9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" y="1271016"/>
            <a:ext cx="10863074" cy="2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Shape 4">
            <a:extLst xmlns:a="http://schemas.openxmlformats.org/drawingml/2006/main">
              <a:ext uri="{FF2B5EF4-FFF2-40B4-BE49-F238E27FC236}">
                <a16:creationId xmlns:a16="http://schemas.microsoft.com/office/drawing/2014/main" id="{73B3CF33-46FE-4BB2-AF91-1E9A02D9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91638"/>
            <a:ext cx="1847090" cy="2907796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3D6C5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2" name="Text 5">
            <a:extLst xmlns:a="http://schemas.openxmlformats.org/drawingml/2006/main">
              <a:ext uri="{FF2B5EF4-FFF2-40B4-BE49-F238E27FC236}">
                <a16:creationId xmlns:a16="http://schemas.microsoft.com/office/drawing/2014/main" id="{70547C56-C9D5-48D9-AF0B-89A8E0AF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67916"/>
            <a:ext cx="34747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A8432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3" name="Shape 6">
            <a:extLst xmlns:a="http://schemas.openxmlformats.org/drawingml/2006/main">
              <a:ext uri="{FF2B5EF4-FFF2-40B4-BE49-F238E27FC236}">
                <a16:creationId xmlns:a16="http://schemas.microsoft.com/office/drawing/2014/main" id="{D1A0DD0D-323B-4FE6-ABB8-4ABBCB67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2084832"/>
            <a:ext cx="621795" cy="621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E"/>
          </a:solidFill>
          <a:ln xmlns:a="http://schemas.openxmlformats.org/drawingml/2006/main" w="12700">
            <a:solidFill>
              <a:srgbClr val="F4E4DE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34" name="Image 0">
            <a:extLst xmlns:a="http://schemas.openxmlformats.org/drawingml/2006/main">
              <a:ext uri="{FF2B5EF4-FFF2-40B4-BE49-F238E27FC236}">
                <a16:creationId xmlns:a16="http://schemas.microsoft.com/office/drawing/2014/main" id="{829C5DA9-5685-494B-8A8A-ABA119C2B7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b4cc82db24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7809" y="2221626"/>
            <a:ext cx="348206" cy="34820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35" name="Text 7">
            <a:extLst xmlns:a="http://schemas.openxmlformats.org/drawingml/2006/main">
              <a:ext uri="{FF2B5EF4-FFF2-40B4-BE49-F238E27FC236}">
                <a16:creationId xmlns:a16="http://schemas.microsoft.com/office/drawing/2014/main" id="{BE080F0A-92E7-4FAF-95D3-738688F7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6" y="2932683"/>
            <a:ext cx="1481331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6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Especificar</a:t>
            </a:r>
          </a:p>
        </p:txBody>
      </p:sp>
      <p:sp>
        <p:nvSpPr>
          <p:cNvPr id="136" name="Text 8">
            <a:extLst xmlns:a="http://schemas.openxmlformats.org/drawingml/2006/main">
              <a:ext uri="{FF2B5EF4-FFF2-40B4-BE49-F238E27FC236}">
                <a16:creationId xmlns:a16="http://schemas.microsoft.com/office/drawing/2014/main" id="{69F8E8A1-550C-44BC-9644-5187D84E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6583"/>
            <a:ext cx="1517906" cy="1828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Requisitos y alcance</a:t>
            </a:r>
          </a:p>
        </p:txBody>
      </p:sp>
      <p:sp>
        <p:nvSpPr>
          <p:cNvPr id="137" name="Shape 9">
            <a:extLst xmlns:a="http://schemas.openxmlformats.org/drawingml/2006/main">
              <a:ext uri="{FF2B5EF4-FFF2-40B4-BE49-F238E27FC236}">
                <a16:creationId xmlns:a16="http://schemas.microsoft.com/office/drawing/2014/main" id="{A62A7E1F-B5A6-4D03-A546-8ABB32AB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889504"/>
            <a:ext cx="292610" cy="38405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D2A14B"/>
          </a:solidFill>
          <a:ln xmlns:a="http://schemas.openxmlformats.org/drawingml/2006/main" w="12700">
            <a:solidFill>
              <a:srgbClr val="D2A14B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8" name="Shape 10">
            <a:extLst xmlns:a="http://schemas.openxmlformats.org/drawingml/2006/main">
              <a:ext uri="{FF2B5EF4-FFF2-40B4-BE49-F238E27FC236}">
                <a16:creationId xmlns:a16="http://schemas.microsoft.com/office/drawing/2014/main" id="{13FF7B4C-4126-43AD-BEFF-FEB6AB24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78" y="1691638"/>
            <a:ext cx="1847090" cy="2907796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3D6C5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Text 11">
            <a:extLst xmlns:a="http://schemas.openxmlformats.org/drawingml/2006/main">
              <a:ext uri="{FF2B5EF4-FFF2-40B4-BE49-F238E27FC236}">
                <a16:creationId xmlns:a16="http://schemas.microsoft.com/office/drawing/2014/main" id="{4D1EC62F-AA0F-4A0D-A07A-F4F7FD1A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1867916"/>
            <a:ext cx="34747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66704A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40" name="Shape 12">
            <a:extLst xmlns:a="http://schemas.openxmlformats.org/drawingml/2006/main">
              <a:ext uri="{FF2B5EF4-FFF2-40B4-BE49-F238E27FC236}">
                <a16:creationId xmlns:a16="http://schemas.microsoft.com/office/drawing/2014/main" id="{5AC951BE-E0F4-498F-82C0-E24221AB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2084832"/>
            <a:ext cx="621795" cy="621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CDF"/>
          </a:solidFill>
          <a:ln xmlns:a="http://schemas.openxmlformats.org/drawingml/2006/main" w="12700">
            <a:solidFill>
              <a:srgbClr val="E9ECDF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41" name="Image 1">
            <a:extLst xmlns:a="http://schemas.openxmlformats.org/drawingml/2006/main">
              <a:ext uri="{FF2B5EF4-FFF2-40B4-BE49-F238E27FC236}">
                <a16:creationId xmlns:a16="http://schemas.microsoft.com/office/drawing/2014/main" id="{14DCDEC8-D04C-4FF0-9C2B-182BE560E6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16bb68938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75522" y="2221626"/>
            <a:ext cx="348206" cy="34820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42" name="Text 13">
            <a:extLst xmlns:a="http://schemas.openxmlformats.org/drawingml/2006/main">
              <a:ext uri="{FF2B5EF4-FFF2-40B4-BE49-F238E27FC236}">
                <a16:creationId xmlns:a16="http://schemas.microsoft.com/office/drawing/2014/main" id="{EA0AEDF9-8CA1-4DA7-96DD-C278CCB2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932683"/>
            <a:ext cx="1481330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6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Planificar</a:t>
            </a:r>
          </a:p>
        </p:txBody>
      </p:sp>
      <p:sp>
        <p:nvSpPr>
          <p:cNvPr id="143" name="Text 14">
            <a:extLst xmlns:a="http://schemas.openxmlformats.org/drawingml/2006/main">
              <a:ext uri="{FF2B5EF4-FFF2-40B4-BE49-F238E27FC236}">
                <a16:creationId xmlns:a16="http://schemas.microsoft.com/office/drawing/2014/main" id="{BC7C95F1-D2D8-4B17-A32A-535671D8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1" y="3656583"/>
            <a:ext cx="1517907" cy="1828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Fases y cierres</a:t>
            </a:r>
          </a:p>
        </p:txBody>
      </p:sp>
      <p:sp>
        <p:nvSpPr>
          <p:cNvPr id="144" name="Shape 15">
            <a:extLst xmlns:a="http://schemas.openxmlformats.org/drawingml/2006/main">
              <a:ext uri="{FF2B5EF4-FFF2-40B4-BE49-F238E27FC236}">
                <a16:creationId xmlns:a16="http://schemas.microsoft.com/office/drawing/2014/main" id="{1E87318B-0262-4DE3-ACA3-09CF6474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889504"/>
            <a:ext cx="292610" cy="38405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D2A14B"/>
          </a:solidFill>
          <a:ln xmlns:a="http://schemas.openxmlformats.org/drawingml/2006/main" w="12700">
            <a:solidFill>
              <a:srgbClr val="D2A14B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Shape 16">
            <a:extLst xmlns:a="http://schemas.openxmlformats.org/drawingml/2006/main">
              <a:ext uri="{FF2B5EF4-FFF2-40B4-BE49-F238E27FC236}">
                <a16:creationId xmlns:a16="http://schemas.microsoft.com/office/drawing/2014/main" id="{66EC7138-5F97-497C-8374-AD4C836A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1" y="1691638"/>
            <a:ext cx="1847090" cy="2907796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3D6C5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6" name="Text 17">
            <a:extLst xmlns:a="http://schemas.openxmlformats.org/drawingml/2006/main">
              <a:ext uri="{FF2B5EF4-FFF2-40B4-BE49-F238E27FC236}">
                <a16:creationId xmlns:a16="http://schemas.microsoft.com/office/drawing/2014/main" id="{E9FCC52C-FB0B-488C-9611-084E440A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1867916"/>
            <a:ext cx="34747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A8432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147" name="Shape 18">
            <a:extLst xmlns:a="http://schemas.openxmlformats.org/drawingml/2006/main">
              <a:ext uri="{FF2B5EF4-FFF2-40B4-BE49-F238E27FC236}">
                <a16:creationId xmlns:a16="http://schemas.microsoft.com/office/drawing/2014/main" id="{DC6887BC-0AEE-463D-9E01-CB90B72C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084832"/>
            <a:ext cx="621795" cy="621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E"/>
          </a:solidFill>
          <a:ln xmlns:a="http://schemas.openxmlformats.org/drawingml/2006/main" w="12700">
            <a:solidFill>
              <a:srgbClr val="F4E4DE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48" name="Image 2">
            <a:extLst xmlns:a="http://schemas.openxmlformats.org/drawingml/2006/main">
              <a:ext uri="{FF2B5EF4-FFF2-40B4-BE49-F238E27FC236}">
                <a16:creationId xmlns:a16="http://schemas.microsoft.com/office/drawing/2014/main" id="{23EC088C-99C4-4E29-A3CB-B2C5120246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7b937c38848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234" y="2221626"/>
            <a:ext cx="348206" cy="34820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49" name="Text 19">
            <a:extLst xmlns:a="http://schemas.openxmlformats.org/drawingml/2006/main">
              <a:ext uri="{FF2B5EF4-FFF2-40B4-BE49-F238E27FC236}">
                <a16:creationId xmlns:a16="http://schemas.microsoft.com/office/drawing/2014/main" id="{A83F4315-C6DE-4E64-9797-CE923C0E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1" y="2932683"/>
            <a:ext cx="1481330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6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Implementar</a:t>
            </a:r>
          </a:p>
        </p:txBody>
      </p:sp>
      <p:sp>
        <p:nvSpPr>
          <p:cNvPr id="150" name="Text 20">
            <a:extLst xmlns:a="http://schemas.openxmlformats.org/drawingml/2006/main">
              <a:ext uri="{FF2B5EF4-FFF2-40B4-BE49-F238E27FC236}">
                <a16:creationId xmlns:a16="http://schemas.microsoft.com/office/drawing/2014/main" id="{3DE9DCCA-9604-408D-B557-98D76947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3567682"/>
            <a:ext cx="1517906" cy="3352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1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Código, tests incrementales y ajustes</a:t>
            </a:r>
          </a:p>
        </p:txBody>
      </p:sp>
      <p:sp>
        <p:nvSpPr>
          <p:cNvPr id="151" name="Shape 21">
            <a:extLst xmlns:a="http://schemas.openxmlformats.org/drawingml/2006/main">
              <a:ext uri="{FF2B5EF4-FFF2-40B4-BE49-F238E27FC236}">
                <a16:creationId xmlns:a16="http://schemas.microsoft.com/office/drawing/2014/main" id="{BBD59AB7-2666-4E1E-8325-27BCF107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2" y="2889504"/>
            <a:ext cx="292610" cy="38405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D2A14B"/>
          </a:solidFill>
          <a:ln xmlns:a="http://schemas.openxmlformats.org/drawingml/2006/main" w="12700">
            <a:solidFill>
              <a:srgbClr val="D2A14B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2" name="Shape 22">
            <a:extLst xmlns:a="http://schemas.openxmlformats.org/drawingml/2006/main">
              <a:ext uri="{FF2B5EF4-FFF2-40B4-BE49-F238E27FC236}">
                <a16:creationId xmlns:a16="http://schemas.microsoft.com/office/drawing/2014/main" id="{464FD572-5D68-4199-A458-F8A193EF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1691638"/>
            <a:ext cx="1847090" cy="2907796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3D6C5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3" name="Text 23">
            <a:extLst xmlns:a="http://schemas.openxmlformats.org/drawingml/2006/main">
              <a:ext uri="{FF2B5EF4-FFF2-40B4-BE49-F238E27FC236}">
                <a16:creationId xmlns:a16="http://schemas.microsoft.com/office/drawing/2014/main" id="{FB7C0E50-A8AA-4690-A63F-DC4FD596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4" y="1867916"/>
            <a:ext cx="34747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66704A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154" name="Shape 24">
            <a:extLst xmlns:a="http://schemas.openxmlformats.org/drawingml/2006/main">
              <a:ext uri="{FF2B5EF4-FFF2-40B4-BE49-F238E27FC236}">
                <a16:creationId xmlns:a16="http://schemas.microsoft.com/office/drawing/2014/main" id="{D480FDFD-00E2-4C2B-8B9E-7490E7E2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2084832"/>
            <a:ext cx="621795" cy="621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CDF"/>
          </a:solidFill>
          <a:ln xmlns:a="http://schemas.openxmlformats.org/drawingml/2006/main" w="12700">
            <a:solidFill>
              <a:srgbClr val="E9ECDF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55" name="Image 3">
            <a:extLst xmlns:a="http://schemas.openxmlformats.org/drawingml/2006/main">
              <a:ext uri="{FF2B5EF4-FFF2-40B4-BE49-F238E27FC236}">
                <a16:creationId xmlns:a16="http://schemas.microsoft.com/office/drawing/2014/main" id="{9742C9D4-D83E-4095-91E8-297C66DAEC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bc8ef5b6a41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0946" y="2221626"/>
            <a:ext cx="348206" cy="34820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56" name="Text 25">
            <a:extLst xmlns:a="http://schemas.openxmlformats.org/drawingml/2006/main">
              <a:ext uri="{FF2B5EF4-FFF2-40B4-BE49-F238E27FC236}">
                <a16:creationId xmlns:a16="http://schemas.microsoft.com/office/drawing/2014/main" id="{2A7A8297-2855-4375-85D7-383CBB6B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2" y="2932683"/>
            <a:ext cx="1481331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6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Verificar</a:t>
            </a:r>
          </a:p>
        </p:txBody>
      </p:sp>
      <p:sp>
        <p:nvSpPr>
          <p:cNvPr id="157" name="Text 26">
            <a:extLst xmlns:a="http://schemas.openxmlformats.org/drawingml/2006/main">
              <a:ext uri="{FF2B5EF4-FFF2-40B4-BE49-F238E27FC236}">
                <a16:creationId xmlns:a16="http://schemas.microsoft.com/office/drawing/2014/main" id="{9AED2F05-2548-4C55-BC1A-720EC878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4" y="3554983"/>
            <a:ext cx="1517906" cy="36576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Checkpoints y pruebas autorizadas</a:t>
            </a:r>
          </a:p>
        </p:txBody>
      </p:sp>
      <p:sp>
        <p:nvSpPr>
          <p:cNvPr id="158" name="Shape 27">
            <a:extLst xmlns:a="http://schemas.openxmlformats.org/drawingml/2006/main">
              <a:ext uri="{FF2B5EF4-FFF2-40B4-BE49-F238E27FC236}">
                <a16:creationId xmlns:a16="http://schemas.microsoft.com/office/drawing/2014/main" id="{4FC2AB69-6757-45D4-9326-4EA29C13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2889504"/>
            <a:ext cx="292610" cy="38405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D2A14B"/>
          </a:solidFill>
          <a:ln xmlns:a="http://schemas.openxmlformats.org/drawingml/2006/main" w="12700">
            <a:solidFill>
              <a:srgbClr val="D2A14B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9" name="Shape 28">
            <a:extLst xmlns:a="http://schemas.openxmlformats.org/drawingml/2006/main">
              <a:ext uri="{FF2B5EF4-FFF2-40B4-BE49-F238E27FC236}">
                <a16:creationId xmlns:a16="http://schemas.microsoft.com/office/drawing/2014/main" id="{601F8CCA-EE1B-4593-BAD0-0E1E4AD0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1691638"/>
            <a:ext cx="1847090" cy="2907796"/>
          </a:xfrm>
          <a:prstGeom xmlns:a="http://schemas.openxmlformats.org/drawingml/2006/main" prst="roundRect">
            <a:avLst>
              <a:gd name="adj" fmla="val 495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3D6C5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0" name="Text 29">
            <a:extLst xmlns:a="http://schemas.openxmlformats.org/drawingml/2006/main">
              <a:ext uri="{FF2B5EF4-FFF2-40B4-BE49-F238E27FC236}">
                <a16:creationId xmlns:a16="http://schemas.microsoft.com/office/drawing/2014/main" id="{BEE5D1A6-24F4-4369-A4B3-3CB6B91C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6" y="1867916"/>
            <a:ext cx="34747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A8432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05</a:t>
            </a:r>
          </a:p>
        </p:txBody>
      </p:sp>
      <p:sp>
        <p:nvSpPr>
          <p:cNvPr id="161" name="Shape 30">
            <a:extLst xmlns:a="http://schemas.openxmlformats.org/drawingml/2006/main">
              <a:ext uri="{FF2B5EF4-FFF2-40B4-BE49-F238E27FC236}">
                <a16:creationId xmlns:a16="http://schemas.microsoft.com/office/drawing/2014/main" id="{C18E1806-8437-47B4-A9C1-369FEE58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864" y="2084832"/>
            <a:ext cx="621795" cy="621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4DE"/>
          </a:solidFill>
          <a:ln xmlns:a="http://schemas.openxmlformats.org/drawingml/2006/main" w="12700">
            <a:solidFill>
              <a:srgbClr val="F4E4DE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62" name="Image 4">
            <a:extLst xmlns:a="http://schemas.openxmlformats.org/drawingml/2006/main">
              <a:ext uri="{FF2B5EF4-FFF2-40B4-BE49-F238E27FC236}">
                <a16:creationId xmlns:a16="http://schemas.microsoft.com/office/drawing/2014/main" id="{278BBFAA-DD93-4A33-BA7B-9E84ED4BC0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13945bb8645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8658" y="2221626"/>
            <a:ext cx="348206" cy="34820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63" name="Text 31">
            <a:extLst xmlns:a="http://schemas.openxmlformats.org/drawingml/2006/main">
              <a:ext uri="{FF2B5EF4-FFF2-40B4-BE49-F238E27FC236}">
                <a16:creationId xmlns:a16="http://schemas.microsoft.com/office/drawing/2014/main" id="{C3FA6301-BC1D-4B95-8E7A-C283C381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4" y="2932683"/>
            <a:ext cx="1481331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6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Entregar</a:t>
            </a:r>
          </a:p>
        </p:txBody>
      </p:sp>
      <p:sp>
        <p:nvSpPr>
          <p:cNvPr id="164" name="Text 32">
            <a:extLst xmlns:a="http://schemas.openxmlformats.org/drawingml/2006/main">
              <a:ext uri="{FF2B5EF4-FFF2-40B4-BE49-F238E27FC236}">
                <a16:creationId xmlns:a16="http://schemas.microsoft.com/office/drawing/2014/main" id="{0D2B9857-A8E7-4ADB-8C7C-6106879A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6" y="3656583"/>
            <a:ext cx="1517906" cy="1828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Evidencia y Git limpio</a:t>
            </a:r>
          </a:p>
        </p:txBody>
      </p:sp>
      <p:sp>
        <p:nvSpPr>
          <p:cNvPr id="165" name="Text 33">
            <a:extLst xmlns:a="http://schemas.openxmlformats.org/drawingml/2006/main">
              <a:ext uri="{FF2B5EF4-FFF2-40B4-BE49-F238E27FC236}">
                <a16:creationId xmlns:a16="http://schemas.microsoft.com/office/drawing/2014/main" id="{EDB9C92B-F08F-45A5-9042-97AF7AB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6" y="5021071"/>
            <a:ext cx="1280163" cy="2540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Decisiones</a:t>
            </a:r>
          </a:p>
        </p:txBody>
      </p:sp>
      <p:sp>
        <p:nvSpPr>
          <p:cNvPr id="166" name="Shape 34">
            <a:extLst xmlns:a="http://schemas.openxmlformats.org/drawingml/2006/main">
              <a:ext uri="{FF2B5EF4-FFF2-40B4-BE49-F238E27FC236}">
                <a16:creationId xmlns:a16="http://schemas.microsoft.com/office/drawing/2014/main" id="{D4B5D187-9F21-4B80-B73E-41EE95D6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892040"/>
            <a:ext cx="2862074" cy="822962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4DE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67" name="Image 5">
            <a:extLst xmlns:a="http://schemas.openxmlformats.org/drawingml/2006/main">
              <a:ext uri="{FF2B5EF4-FFF2-40B4-BE49-F238E27FC236}">
                <a16:creationId xmlns:a16="http://schemas.microsoft.com/office/drawing/2014/main" id="{B58419FB-0727-4D94-A177-953B179168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7f785ce254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7127" y="5129784"/>
            <a:ext cx="310898" cy="31089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68" name="Text 35">
            <a:extLst xmlns:a="http://schemas.openxmlformats.org/drawingml/2006/main">
              <a:ext uri="{FF2B5EF4-FFF2-40B4-BE49-F238E27FC236}">
                <a16:creationId xmlns:a16="http://schemas.microsoft.com/office/drawing/2014/main" id="{3DA48449-EC55-4E8E-8E84-F2209424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38" y="5196332"/>
            <a:ext cx="1993396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Secretos fuera de Git</a:t>
            </a:r>
          </a:p>
        </p:txBody>
      </p:sp>
      <p:sp>
        <p:nvSpPr>
          <p:cNvPr id="169" name="Shape 36">
            <a:extLst xmlns:a="http://schemas.openxmlformats.org/drawingml/2006/main">
              <a:ext uri="{FF2B5EF4-FFF2-40B4-BE49-F238E27FC236}">
                <a16:creationId xmlns:a16="http://schemas.microsoft.com/office/drawing/2014/main" id="{1672B720-53B3-44EB-8ED6-1004EA09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892040"/>
            <a:ext cx="2862074" cy="822962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ECDF"/>
          </a:solidFill>
          <a:ln xmlns:a="http://schemas.openxmlformats.org/drawingml/2006/main" w="12700">
            <a:solidFill>
              <a:srgbClr val="66704A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70" name="Image 6">
            <a:extLst xmlns:a="http://schemas.openxmlformats.org/drawingml/2006/main">
              <a:ext uri="{FF2B5EF4-FFF2-40B4-BE49-F238E27FC236}">
                <a16:creationId xmlns:a16="http://schemas.microsoft.com/office/drawing/2014/main" id="{A0BD1E48-5279-489C-A6F5-2984CFCB24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0343cde644c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6088" y="5129784"/>
            <a:ext cx="310898" cy="31089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71" name="Text 37">
            <a:extLst xmlns:a="http://schemas.openxmlformats.org/drawingml/2006/main">
              <a:ext uri="{FF2B5EF4-FFF2-40B4-BE49-F238E27FC236}">
                <a16:creationId xmlns:a16="http://schemas.microsoft.com/office/drawing/2014/main" id="{5EB85047-BA99-4346-A3E2-93F96FA6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998" y="5107432"/>
            <a:ext cx="1993395" cy="3048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Ubicación sólo durante la consulta</a:t>
            </a:r>
          </a:p>
        </p:txBody>
      </p:sp>
      <p:sp>
        <p:nvSpPr>
          <p:cNvPr id="172" name="Shape 38">
            <a:extLst xmlns:a="http://schemas.openxmlformats.org/drawingml/2006/main">
              <a:ext uri="{FF2B5EF4-FFF2-40B4-BE49-F238E27FC236}">
                <a16:creationId xmlns:a16="http://schemas.microsoft.com/office/drawing/2014/main" id="{1CFEC344-748B-45FD-AAC8-C03E9E30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892040"/>
            <a:ext cx="2862074" cy="822962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ECD6"/>
          </a:solidFill>
          <a:ln xmlns:a="http://schemas.openxmlformats.org/drawingml/2006/main" w="12700">
            <a:solidFill>
              <a:srgbClr val="D2A14B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173" name="Image 7">
            <a:extLst xmlns:a="http://schemas.openxmlformats.org/drawingml/2006/main">
              <a:ext uri="{FF2B5EF4-FFF2-40B4-BE49-F238E27FC236}">
                <a16:creationId xmlns:a16="http://schemas.microsoft.com/office/drawing/2014/main" id="{CB3611AB-53F9-459F-88CA-AC43F8A346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67eb4298140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0494" y="5129784"/>
            <a:ext cx="310898" cy="31089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74" name="Text 39">
            <a:extLst xmlns:a="http://schemas.openxmlformats.org/drawingml/2006/main">
              <a:ext uri="{FF2B5EF4-FFF2-40B4-BE49-F238E27FC236}">
                <a16:creationId xmlns:a16="http://schemas.microsoft.com/office/drawing/2014/main" id="{D2C8EA3B-65B8-476F-8716-89880313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6" y="5196332"/>
            <a:ext cx="1993394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Backup antes de migrar</a:t>
            </a:r>
          </a:p>
        </p:txBody>
      </p:sp>
    </p:spTree>
    <p:extLst>
      <p:ext uri="{BB962C8B-B14F-4D97-AF65-F5344CB8AC3E}">
        <p14:creationId xmlns:p14="http://schemas.microsoft.com/office/powerpoint/2010/main" val="1828873138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Text 0">
            <a:extLst xmlns:a="http://schemas.openxmlformats.org/drawingml/2006/main">
              <a:ext uri="{FF2B5EF4-FFF2-40B4-BE49-F238E27FC236}">
                <a16:creationId xmlns:a16="http://schemas.microsoft.com/office/drawing/2014/main" id="{FB6E437E-3B52-4E71-A4EB-673B733D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6" y="395731"/>
            <a:ext cx="2560323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 spc="170">
                <a:solidFill>
                  <a:srgbClr val="A8432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EJECUCIÓN CONTROLADA</a:t>
            </a:r>
          </a:p>
        </p:txBody>
      </p:sp>
      <p:sp>
        <p:nvSpPr>
          <p:cNvPr id="177" name="Text 1">
            <a:extLst xmlns:a="http://schemas.openxmlformats.org/drawingml/2006/main">
              <a:ext uri="{FF2B5EF4-FFF2-40B4-BE49-F238E27FC236}">
                <a16:creationId xmlns:a16="http://schemas.microsoft.com/office/drawing/2014/main" id="{D8913EC9-AC3A-41FD-8042-D6EBE015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93927"/>
            <a:ext cx="9966960" cy="381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5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Fases de la V2 y sus checkpoints</a:t>
            </a:r>
          </a:p>
        </p:txBody>
      </p:sp>
      <p:sp>
        <p:nvSpPr>
          <p:cNvPr id="178" name="Text 2">
            <a:extLst xmlns:a="http://schemas.openxmlformats.org/drawingml/2006/main">
              <a:ext uri="{FF2B5EF4-FFF2-40B4-BE49-F238E27FC236}">
                <a16:creationId xmlns:a16="http://schemas.microsoft.com/office/drawing/2014/main" id="{CD0E7CA7-5A5A-481A-AE3B-DB4DCCE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511" y="727709"/>
            <a:ext cx="566930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r">
              <a:buNone/>
              <a:defRPr sz="1100" b="1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05</a:t>
            </a:r>
          </a:p>
        </p:txBody>
      </p:sp>
      <p:sp>
        <p:nvSpPr>
          <p:cNvPr id="179" name="Shape 3">
            <a:extLst xmlns:a="http://schemas.openxmlformats.org/drawingml/2006/main">
              <a:ext uri="{FF2B5EF4-FFF2-40B4-BE49-F238E27FC236}">
                <a16:creationId xmlns:a16="http://schemas.microsoft.com/office/drawing/2014/main" id="{33D4AAC7-B81C-4BBD-8BE5-641F532C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" y="1271016"/>
            <a:ext cx="10863074" cy="2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0" name="Text 4">
            <a:extLst xmlns:a="http://schemas.openxmlformats.org/drawingml/2006/main">
              <a:ext uri="{FF2B5EF4-FFF2-40B4-BE49-F238E27FC236}">
                <a16:creationId xmlns:a16="http://schemas.microsoft.com/office/drawing/2014/main" id="{04F8C117-B448-4893-9316-465A7329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5" y="1423416"/>
            <a:ext cx="1920241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900" b="1" spc="1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QUÉ SE HIZO</a:t>
            </a:r>
          </a:p>
        </p:txBody>
      </p:sp>
      <p:sp>
        <p:nvSpPr>
          <p:cNvPr id="181" name="Text 5">
            <a:extLst xmlns:a="http://schemas.openxmlformats.org/drawingml/2006/main">
              <a:ext uri="{FF2B5EF4-FFF2-40B4-BE49-F238E27FC236}">
                <a16:creationId xmlns:a16="http://schemas.microsoft.com/office/drawing/2014/main" id="{DE03BDB3-59D1-4435-80BB-572B64EB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0" y="1423416"/>
            <a:ext cx="2331722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900" b="1" spc="1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CRITERIO DE CIERRE</a:t>
            </a:r>
          </a:p>
        </p:txBody>
      </p:sp>
      <p:sp>
        <p:nvSpPr>
          <p:cNvPr id="182" name="Shape 6">
            <a:extLst xmlns:a="http://schemas.openxmlformats.org/drawingml/2006/main">
              <a:ext uri="{FF2B5EF4-FFF2-40B4-BE49-F238E27FC236}">
                <a16:creationId xmlns:a16="http://schemas.microsoft.com/office/drawing/2014/main" id="{711135EA-7462-4A2D-B356-9ECD87CF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9927"/>
            <a:ext cx="10863072" cy="65837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6D8C7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3" name="Shape 7">
            <a:extLst xmlns:a="http://schemas.openxmlformats.org/drawingml/2006/main">
              <a:ext uri="{FF2B5EF4-FFF2-40B4-BE49-F238E27FC236}">
                <a16:creationId xmlns:a16="http://schemas.microsoft.com/office/drawing/2014/main" id="{A9FE24C6-8000-41FE-89D9-F84F056E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9927"/>
            <a:ext cx="1133856" cy="65837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4" name="Text 8">
            <a:extLst xmlns:a="http://schemas.openxmlformats.org/drawingml/2006/main">
              <a:ext uri="{FF2B5EF4-FFF2-40B4-BE49-F238E27FC236}">
                <a16:creationId xmlns:a16="http://schemas.microsoft.com/office/drawing/2014/main" id="{592DC557-2917-4411-9B2F-9B818855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1936494"/>
            <a:ext cx="98755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FASE 1</a:t>
            </a:r>
          </a:p>
        </p:txBody>
      </p:sp>
      <p:sp>
        <p:nvSpPr>
          <p:cNvPr id="185" name="Text 9">
            <a:extLst xmlns:a="http://schemas.openxmlformats.org/drawingml/2006/main">
              <a:ext uri="{FF2B5EF4-FFF2-40B4-BE49-F238E27FC236}">
                <a16:creationId xmlns:a16="http://schemas.microsoft.com/office/drawing/2014/main" id="{A0F5C52F-0B23-425C-B910-C5C6F038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1910079"/>
            <a:ext cx="2240282" cy="1828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2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Identidad, base y migración</a:t>
            </a:r>
          </a:p>
        </p:txBody>
      </p:sp>
      <p:sp>
        <p:nvSpPr>
          <p:cNvPr id="186" name="Text 10">
            <a:extLst xmlns:a="http://schemas.openxmlformats.org/drawingml/2006/main">
              <a:ext uri="{FF2B5EF4-FFF2-40B4-BE49-F238E27FC236}">
                <a16:creationId xmlns:a16="http://schemas.microsoft.com/office/drawing/2014/main" id="{35702498-881C-45A9-8E3D-C0947B1D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922779"/>
            <a:ext cx="2788922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Auth0, esquema V2, backup y migrador</a:t>
            </a:r>
          </a:p>
        </p:txBody>
      </p:sp>
      <p:sp>
        <p:nvSpPr>
          <p:cNvPr id="187" name="Shape 11">
            <a:extLst xmlns:a="http://schemas.openxmlformats.org/drawingml/2006/main">
              <a:ext uri="{FF2B5EF4-FFF2-40B4-BE49-F238E27FC236}">
                <a16:creationId xmlns:a16="http://schemas.microsoft.com/office/drawing/2014/main" id="{7AE3E207-44CF-491E-9C4B-9E83B0D9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5" y="1837944"/>
            <a:ext cx="2" cy="40233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8" name="Shape 12">
            <a:extLst xmlns:a="http://schemas.openxmlformats.org/drawingml/2006/main">
              <a:ext uri="{FF2B5EF4-FFF2-40B4-BE49-F238E27FC236}">
                <a16:creationId xmlns:a16="http://schemas.microsoft.com/office/drawing/2014/main" id="{376BE9E4-7547-4C20-B5E6-180BCBE6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929383"/>
            <a:ext cx="164595" cy="164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9" name="Text 13">
            <a:extLst xmlns:a="http://schemas.openxmlformats.org/drawingml/2006/main">
              <a:ext uri="{FF2B5EF4-FFF2-40B4-BE49-F238E27FC236}">
                <a16:creationId xmlns:a16="http://schemas.microsoft.com/office/drawing/2014/main" id="{2ABC8E25-6359-46E6-8CFA-545AB0CD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922779"/>
            <a:ext cx="2834642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Acceso seguro y datos V1 íntegros</a:t>
            </a:r>
          </a:p>
        </p:txBody>
      </p:sp>
      <p:sp>
        <p:nvSpPr>
          <p:cNvPr id="190" name="Shape 14">
            <a:extLst xmlns:a="http://schemas.openxmlformats.org/drawingml/2006/main">
              <a:ext uri="{FF2B5EF4-FFF2-40B4-BE49-F238E27FC236}">
                <a16:creationId xmlns:a16="http://schemas.microsoft.com/office/drawing/2014/main" id="{9E9C7449-1E38-45A2-B5B8-13EB5C9C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69464"/>
            <a:ext cx="10863072" cy="65837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6D8C7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1" name="Shape 15">
            <a:extLst xmlns:a="http://schemas.openxmlformats.org/drawingml/2006/main">
              <a:ext uri="{FF2B5EF4-FFF2-40B4-BE49-F238E27FC236}">
                <a16:creationId xmlns:a16="http://schemas.microsoft.com/office/drawing/2014/main" id="{568B38E4-12BC-4D48-96B3-BB7A2BA6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69464"/>
            <a:ext cx="1133856" cy="65837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6704A"/>
          </a:solidFill>
          <a:ln xmlns:a="http://schemas.openxmlformats.org/drawingml/2006/main" w="12700">
            <a:solidFill>
              <a:srgbClr val="66704A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2" name="Text 16">
            <a:extLst xmlns:a="http://schemas.openxmlformats.org/drawingml/2006/main">
              <a:ext uri="{FF2B5EF4-FFF2-40B4-BE49-F238E27FC236}">
                <a16:creationId xmlns:a16="http://schemas.microsoft.com/office/drawing/2014/main" id="{8CE527E9-07A0-4C50-A768-B9306E92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2796032"/>
            <a:ext cx="98755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FASE 2</a:t>
            </a:r>
          </a:p>
        </p:txBody>
      </p:sp>
      <p:sp>
        <p:nvSpPr>
          <p:cNvPr id="193" name="Text 17">
            <a:extLst xmlns:a="http://schemas.openxmlformats.org/drawingml/2006/main">
              <a:ext uri="{FF2B5EF4-FFF2-40B4-BE49-F238E27FC236}">
                <a16:creationId xmlns:a16="http://schemas.microsoft.com/office/drawing/2014/main" id="{8F5A7A94-67F2-4899-8FF4-8B99FFA6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769615"/>
            <a:ext cx="2240282" cy="1828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2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Mapas y ubicación</a:t>
            </a:r>
          </a:p>
        </p:txBody>
      </p:sp>
      <p:sp>
        <p:nvSpPr>
          <p:cNvPr id="194" name="Text 18">
            <a:extLst xmlns:a="http://schemas.openxmlformats.org/drawingml/2006/main">
              <a:ext uri="{FF2B5EF4-FFF2-40B4-BE49-F238E27FC236}">
                <a16:creationId xmlns:a16="http://schemas.microsoft.com/office/drawing/2014/main" id="{FF3A5237-222C-4BA2-BB16-BC83D282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782315"/>
            <a:ext cx="2788922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Maps, Places y validación CABA</a:t>
            </a:r>
          </a:p>
        </p:txBody>
      </p:sp>
      <p:sp>
        <p:nvSpPr>
          <p:cNvPr id="195" name="Shape 19">
            <a:extLst xmlns:a="http://schemas.openxmlformats.org/drawingml/2006/main">
              <a:ext uri="{FF2B5EF4-FFF2-40B4-BE49-F238E27FC236}">
                <a16:creationId xmlns:a16="http://schemas.microsoft.com/office/drawing/2014/main" id="{C1EF3F04-233F-4CC6-9102-2428F8F9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5" y="2697478"/>
            <a:ext cx="2" cy="40233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6" name="Shape 20">
            <a:extLst xmlns:a="http://schemas.openxmlformats.org/drawingml/2006/main">
              <a:ext uri="{FF2B5EF4-FFF2-40B4-BE49-F238E27FC236}">
                <a16:creationId xmlns:a16="http://schemas.microsoft.com/office/drawing/2014/main" id="{5EA77DEB-F715-47AF-8882-93E784AA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788920"/>
            <a:ext cx="164595" cy="164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4A"/>
          </a:solidFill>
          <a:ln xmlns:a="http://schemas.openxmlformats.org/drawingml/2006/main" w="12700">
            <a:solidFill>
              <a:srgbClr val="66704A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7" name="Text 21">
            <a:extLst xmlns:a="http://schemas.openxmlformats.org/drawingml/2006/main">
              <a:ext uri="{FF2B5EF4-FFF2-40B4-BE49-F238E27FC236}">
                <a16:creationId xmlns:a16="http://schemas.microsoft.com/office/drawing/2014/main" id="{35D4749F-A157-48DC-AB4E-447BC999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782315"/>
            <a:ext cx="2834642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Mapa y domicilio reales funcionaron en CABA</a:t>
            </a:r>
          </a:p>
        </p:txBody>
      </p:sp>
      <p:sp>
        <p:nvSpPr>
          <p:cNvPr id="198" name="Shape 22">
            <a:extLst xmlns:a="http://schemas.openxmlformats.org/drawingml/2006/main">
              <a:ext uri="{FF2B5EF4-FFF2-40B4-BE49-F238E27FC236}">
                <a16:creationId xmlns:a16="http://schemas.microsoft.com/office/drawing/2014/main" id="{E07F95C3-0139-4E6A-A83F-C4A53ABA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29000"/>
            <a:ext cx="10863072" cy="65837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6D8C7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9" name="Shape 23">
            <a:extLst xmlns:a="http://schemas.openxmlformats.org/drawingml/2006/main">
              <a:ext uri="{FF2B5EF4-FFF2-40B4-BE49-F238E27FC236}">
                <a16:creationId xmlns:a16="http://schemas.microsoft.com/office/drawing/2014/main" id="{DEA4D77D-1D7A-4CD8-9720-A0E81A22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29000"/>
            <a:ext cx="1133856" cy="65837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0" name="Text 24">
            <a:extLst xmlns:a="http://schemas.openxmlformats.org/drawingml/2006/main">
              <a:ext uri="{FF2B5EF4-FFF2-40B4-BE49-F238E27FC236}">
                <a16:creationId xmlns:a16="http://schemas.microsoft.com/office/drawing/2014/main" id="{592FB2C1-1D1F-4E07-806E-AEA12D0E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3655567"/>
            <a:ext cx="98755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FASE 3</a:t>
            </a:r>
          </a:p>
        </p:txBody>
      </p:sp>
      <p:sp>
        <p:nvSpPr>
          <p:cNvPr id="201" name="Text 25">
            <a:extLst xmlns:a="http://schemas.openxmlformats.org/drawingml/2006/main">
              <a:ext uri="{FF2B5EF4-FFF2-40B4-BE49-F238E27FC236}">
                <a16:creationId xmlns:a16="http://schemas.microsoft.com/office/drawing/2014/main" id="{80387528-CFFE-4A38-ACD1-EC0D6855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629150"/>
            <a:ext cx="2240282" cy="1828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2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Visitas y fotos</a:t>
            </a:r>
          </a:p>
        </p:txBody>
      </p:sp>
      <p:sp>
        <p:nvSpPr>
          <p:cNvPr id="202" name="Text 26">
            <a:extLst xmlns:a="http://schemas.openxmlformats.org/drawingml/2006/main">
              <a:ext uri="{FF2B5EF4-FFF2-40B4-BE49-F238E27FC236}">
                <a16:creationId xmlns:a16="http://schemas.microsoft.com/office/drawing/2014/main" id="{757B4EB8-E593-40A5-95F9-4C932C98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641850"/>
            <a:ext cx="2788922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Historial personal y archivos privados</a:t>
            </a:r>
          </a:p>
        </p:txBody>
      </p:sp>
      <p:sp>
        <p:nvSpPr>
          <p:cNvPr id="203" name="Shape 27">
            <a:extLst xmlns:a="http://schemas.openxmlformats.org/drawingml/2006/main">
              <a:ext uri="{FF2B5EF4-FFF2-40B4-BE49-F238E27FC236}">
                <a16:creationId xmlns:a16="http://schemas.microsoft.com/office/drawing/2014/main" id="{E1A0ADD4-7E3A-4DD4-9C3B-BEFCC77E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5" y="3557015"/>
            <a:ext cx="2" cy="40233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4" name="Shape 28">
            <a:extLst xmlns:a="http://schemas.openxmlformats.org/drawingml/2006/main">
              <a:ext uri="{FF2B5EF4-FFF2-40B4-BE49-F238E27FC236}">
                <a16:creationId xmlns:a16="http://schemas.microsoft.com/office/drawing/2014/main" id="{9E1D1E0C-327D-49E1-AB0C-BFBFD70F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648454"/>
            <a:ext cx="164595" cy="164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5" name="Text 29">
            <a:extLst xmlns:a="http://schemas.openxmlformats.org/drawingml/2006/main">
              <a:ext uri="{FF2B5EF4-FFF2-40B4-BE49-F238E27FC236}">
                <a16:creationId xmlns:a16="http://schemas.microsoft.com/office/drawing/2014/main" id="{0A6ED971-6831-41C4-A229-CE40DFFF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641850"/>
            <a:ext cx="2834642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Visitas y fotos quedaron aisladas por usuario</a:t>
            </a:r>
          </a:p>
        </p:txBody>
      </p:sp>
      <p:sp>
        <p:nvSpPr>
          <p:cNvPr id="206" name="Shape 30">
            <a:extLst xmlns:a="http://schemas.openxmlformats.org/drawingml/2006/main">
              <a:ext uri="{FF2B5EF4-FFF2-40B4-BE49-F238E27FC236}">
                <a16:creationId xmlns:a16="http://schemas.microsoft.com/office/drawing/2014/main" id="{197215C2-1F9E-4DCA-9C92-55E3F395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88535"/>
            <a:ext cx="10863072" cy="65837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6D8C7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7" name="Shape 31">
            <a:extLst xmlns:a="http://schemas.openxmlformats.org/drawingml/2006/main">
              <a:ext uri="{FF2B5EF4-FFF2-40B4-BE49-F238E27FC236}">
                <a16:creationId xmlns:a16="http://schemas.microsoft.com/office/drawing/2014/main" id="{0A26EF1B-DDF4-41E4-BFF5-0C8570EF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88535"/>
            <a:ext cx="1133856" cy="65837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6704A"/>
          </a:solidFill>
          <a:ln xmlns:a="http://schemas.openxmlformats.org/drawingml/2006/main" w="12700">
            <a:solidFill>
              <a:srgbClr val="66704A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8" name="Text 32">
            <a:extLst xmlns:a="http://schemas.openxmlformats.org/drawingml/2006/main">
              <a:ext uri="{FF2B5EF4-FFF2-40B4-BE49-F238E27FC236}">
                <a16:creationId xmlns:a16="http://schemas.microsoft.com/office/drawing/2014/main" id="{16ABAC30-80E6-4599-BD61-EAF6D840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4515103"/>
            <a:ext cx="98755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FASE 4</a:t>
            </a:r>
          </a:p>
        </p:txBody>
      </p:sp>
      <p:sp>
        <p:nvSpPr>
          <p:cNvPr id="209" name="Text 33">
            <a:extLst xmlns:a="http://schemas.openxmlformats.org/drawingml/2006/main">
              <a:ext uri="{FF2B5EF4-FFF2-40B4-BE49-F238E27FC236}">
                <a16:creationId xmlns:a16="http://schemas.microsoft.com/office/drawing/2014/main" id="{7E0C4181-290C-427B-8DF7-9F7A1385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488688"/>
            <a:ext cx="2240282" cy="1828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2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Dashboard</a:t>
            </a:r>
          </a:p>
        </p:txBody>
      </p:sp>
      <p:sp>
        <p:nvSpPr>
          <p:cNvPr id="210" name="Text 34">
            <a:extLst xmlns:a="http://schemas.openxmlformats.org/drawingml/2006/main">
              <a:ext uri="{FF2B5EF4-FFF2-40B4-BE49-F238E27FC236}">
                <a16:creationId xmlns:a16="http://schemas.microsoft.com/office/drawing/2014/main" id="{06936DD4-A3A5-4E5A-93D9-CCEE44E6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4501388"/>
            <a:ext cx="2788922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Métricas, accesibilidad y recomendaciones</a:t>
            </a:r>
          </a:p>
        </p:txBody>
      </p:sp>
      <p:sp>
        <p:nvSpPr>
          <p:cNvPr id="211" name="Shape 35">
            <a:extLst xmlns:a="http://schemas.openxmlformats.org/drawingml/2006/main">
              <a:ext uri="{FF2B5EF4-FFF2-40B4-BE49-F238E27FC236}">
                <a16:creationId xmlns:a16="http://schemas.microsoft.com/office/drawing/2014/main" id="{E29D4D73-A7AE-4BCA-BC96-02BA4437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5" y="4416552"/>
            <a:ext cx="2" cy="40233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Shape 36">
            <a:extLst xmlns:a="http://schemas.openxmlformats.org/drawingml/2006/main">
              <a:ext uri="{FF2B5EF4-FFF2-40B4-BE49-F238E27FC236}">
                <a16:creationId xmlns:a16="http://schemas.microsoft.com/office/drawing/2014/main" id="{CEA623A1-BFF9-4B53-8C15-85B4FEB6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507991"/>
            <a:ext cx="164595" cy="164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4A"/>
          </a:solidFill>
          <a:ln xmlns:a="http://schemas.openxmlformats.org/drawingml/2006/main" w="12700">
            <a:solidFill>
              <a:srgbClr val="66704A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Text 37">
            <a:extLst xmlns:a="http://schemas.openxmlformats.org/drawingml/2006/main">
              <a:ext uri="{FF2B5EF4-FFF2-40B4-BE49-F238E27FC236}">
                <a16:creationId xmlns:a16="http://schemas.microsoft.com/office/drawing/2014/main" id="{2D9A3C95-C9D7-4C0F-9BC6-38A3FDEB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4501388"/>
            <a:ext cx="2834642" cy="3048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Métricas y recomendaciones correctas y accesibles</a:t>
            </a:r>
          </a:p>
        </p:txBody>
      </p:sp>
      <p:sp>
        <p:nvSpPr>
          <p:cNvPr id="214" name="Shape 38">
            <a:extLst xmlns:a="http://schemas.openxmlformats.org/drawingml/2006/main">
              <a:ext uri="{FF2B5EF4-FFF2-40B4-BE49-F238E27FC236}">
                <a16:creationId xmlns:a16="http://schemas.microsoft.com/office/drawing/2014/main" id="{CA117BCE-B7CD-45A9-8CFF-BB7B8973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48071"/>
            <a:ext cx="10863072" cy="65837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6D8C7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5" name="Shape 39">
            <a:extLst xmlns:a="http://schemas.openxmlformats.org/drawingml/2006/main">
              <a:ext uri="{FF2B5EF4-FFF2-40B4-BE49-F238E27FC236}">
                <a16:creationId xmlns:a16="http://schemas.microsoft.com/office/drawing/2014/main" id="{EB95C9EE-AA73-4912-A668-7446DB3B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48071"/>
            <a:ext cx="1133856" cy="65837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6" name="Text 40">
            <a:extLst xmlns:a="http://schemas.openxmlformats.org/drawingml/2006/main">
              <a:ext uri="{FF2B5EF4-FFF2-40B4-BE49-F238E27FC236}">
                <a16:creationId xmlns:a16="http://schemas.microsoft.com/office/drawing/2014/main" id="{35174D4D-EE63-4772-9771-828F9743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5374640"/>
            <a:ext cx="98755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FASE 5</a:t>
            </a:r>
          </a:p>
        </p:txBody>
      </p:sp>
      <p:sp>
        <p:nvSpPr>
          <p:cNvPr id="217" name="Text 41">
            <a:extLst xmlns:a="http://schemas.openxmlformats.org/drawingml/2006/main">
              <a:ext uri="{FF2B5EF4-FFF2-40B4-BE49-F238E27FC236}">
                <a16:creationId xmlns:a16="http://schemas.microsoft.com/office/drawing/2014/main" id="{C49D2B7C-181D-480F-8604-C107DEF7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5348223"/>
            <a:ext cx="2240282" cy="1828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2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Seguridad y entrega</a:t>
            </a:r>
          </a:p>
        </p:txBody>
      </p:sp>
      <p:sp>
        <p:nvSpPr>
          <p:cNvPr id="218" name="Text 42">
            <a:extLst xmlns:a="http://schemas.openxmlformats.org/drawingml/2006/main">
              <a:ext uri="{FF2B5EF4-FFF2-40B4-BE49-F238E27FC236}">
                <a16:creationId xmlns:a16="http://schemas.microsoft.com/office/drawing/2014/main" id="{E1A5A0C1-6DB7-40A9-ADFE-BAC18110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5360923"/>
            <a:ext cx="2788922" cy="3048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Auditoría de seguridad, pruebas y documentación final</a:t>
            </a:r>
          </a:p>
        </p:txBody>
      </p:sp>
      <p:sp>
        <p:nvSpPr>
          <p:cNvPr id="219" name="Shape 43">
            <a:extLst xmlns:a="http://schemas.openxmlformats.org/drawingml/2006/main">
              <a:ext uri="{FF2B5EF4-FFF2-40B4-BE49-F238E27FC236}">
                <a16:creationId xmlns:a16="http://schemas.microsoft.com/office/drawing/2014/main" id="{E38DF008-2D9B-4826-B7F9-5A9EBA9B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5" y="5276088"/>
            <a:ext cx="2" cy="40233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0" name="Shape 44">
            <a:extLst xmlns:a="http://schemas.openxmlformats.org/drawingml/2006/main">
              <a:ext uri="{FF2B5EF4-FFF2-40B4-BE49-F238E27FC236}">
                <a16:creationId xmlns:a16="http://schemas.microsoft.com/office/drawing/2014/main" id="{7923CAF7-3374-4535-AD9C-E1C1289B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367528"/>
            <a:ext cx="164595" cy="164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1" name="Text 45">
            <a:extLst xmlns:a="http://schemas.openxmlformats.org/drawingml/2006/main">
              <a:ext uri="{FF2B5EF4-FFF2-40B4-BE49-F238E27FC236}">
                <a16:creationId xmlns:a16="http://schemas.microsoft.com/office/drawing/2014/main" id="{81396513-C86F-4BB3-A50A-EF87A1E8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5360923"/>
            <a:ext cx="2834642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91 pruebas aprobadas, auditoría y Git limpio</a:t>
            </a:r>
          </a:p>
        </p:txBody>
      </p:sp>
      <p:sp>
        <p:nvSpPr>
          <p:cNvPr id="222" name="Shape 46">
            <a:extLst xmlns:a="http://schemas.openxmlformats.org/drawingml/2006/main">
              <a:ext uri="{FF2B5EF4-FFF2-40B4-BE49-F238E27FC236}">
                <a16:creationId xmlns:a16="http://schemas.microsoft.com/office/drawing/2014/main" id="{FC085FB4-4F6B-4A2E-AF4B-EF2F145F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61888"/>
            <a:ext cx="6236209" cy="32918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D9C5"/>
          </a:solidFill>
          <a:ln xmlns:a="http://schemas.openxmlformats.org/drawingml/2006/main" w="12700">
            <a:solidFill>
              <a:srgbClr val="E7D9C5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3" name="Text 47">
            <a:extLst xmlns:a="http://schemas.openxmlformats.org/drawingml/2006/main">
              <a:ext uri="{FF2B5EF4-FFF2-40B4-BE49-F238E27FC236}">
                <a16:creationId xmlns:a16="http://schemas.microsoft.com/office/drawing/2014/main" id="{D043F909-8FB0-4BF2-848B-0B6B5B8E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0" y="6028435"/>
            <a:ext cx="6089908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7B342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Cada checkpoint exigió evidencia, pruebas aprobadas y permiso para continuar</a:t>
            </a:r>
          </a:p>
        </p:txBody>
      </p:sp>
    </p:spTree>
    <p:extLst>
      <p:ext uri="{BB962C8B-B14F-4D97-AF65-F5344CB8AC3E}">
        <p14:creationId xmlns:p14="http://schemas.microsoft.com/office/powerpoint/2010/main" val="1783848910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Text 0">
            <a:extLst xmlns:a="http://schemas.openxmlformats.org/drawingml/2006/main">
              <a:ext uri="{FF2B5EF4-FFF2-40B4-BE49-F238E27FC236}">
                <a16:creationId xmlns:a16="http://schemas.microsoft.com/office/drawing/2014/main" id="{74024E3F-0106-45BC-8D1E-ACD968BA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6" y="395731"/>
            <a:ext cx="2560323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 spc="170">
                <a:solidFill>
                  <a:srgbClr val="A8432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TRABAJO ASISTIDO POR IA</a:t>
            </a:r>
          </a:p>
        </p:txBody>
      </p:sp>
      <p:sp>
        <p:nvSpPr>
          <p:cNvPr id="226" name="Text 1">
            <a:extLst xmlns:a="http://schemas.openxmlformats.org/drawingml/2006/main">
              <a:ext uri="{FF2B5EF4-FFF2-40B4-BE49-F238E27FC236}">
                <a16:creationId xmlns:a16="http://schemas.microsoft.com/office/drawing/2014/main" id="{84B8FC08-4DDC-4AA8-AB73-50C85EC5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93927"/>
            <a:ext cx="9966960" cy="431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5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Archivos que guiaron el trabajo</a:t>
            </a:r>
          </a:p>
        </p:txBody>
      </p:sp>
      <p:sp>
        <p:nvSpPr>
          <p:cNvPr id="227" name="Text 2">
            <a:extLst xmlns:a="http://schemas.openxmlformats.org/drawingml/2006/main">
              <a:ext uri="{FF2B5EF4-FFF2-40B4-BE49-F238E27FC236}">
                <a16:creationId xmlns:a16="http://schemas.microsoft.com/office/drawing/2014/main" id="{8B79DD1A-3C04-4AE2-8926-FC87669E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511" y="727710"/>
            <a:ext cx="566930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r">
              <a:buNone/>
              <a:defRPr sz="1100" b="1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06</a:t>
            </a:r>
          </a:p>
        </p:txBody>
      </p:sp>
      <p:sp>
        <p:nvSpPr>
          <p:cNvPr id="228" name="Shape 3">
            <a:extLst xmlns:a="http://schemas.openxmlformats.org/drawingml/2006/main">
              <a:ext uri="{FF2B5EF4-FFF2-40B4-BE49-F238E27FC236}">
                <a16:creationId xmlns:a16="http://schemas.microsoft.com/office/drawing/2014/main" id="{72012AF1-430F-4AFC-BAD6-ECEF21A2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" y="1271016"/>
            <a:ext cx="10863075" cy="1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9" name="Text 4">
            <a:extLst xmlns:a="http://schemas.openxmlformats.org/drawingml/2006/main">
              <a:ext uri="{FF2B5EF4-FFF2-40B4-BE49-F238E27FC236}">
                <a16:creationId xmlns:a16="http://schemas.microsoft.com/office/drawing/2014/main" id="{67256608-89FE-43C2-8C59-8340E344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5" y="1423416"/>
            <a:ext cx="1920241" cy="13716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900" b="1" spc="1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30" name="Text 5">
            <a:extLst xmlns:a="http://schemas.openxmlformats.org/drawingml/2006/main">
              <a:ext uri="{FF2B5EF4-FFF2-40B4-BE49-F238E27FC236}">
                <a16:creationId xmlns:a16="http://schemas.microsoft.com/office/drawing/2014/main" id="{780DD498-6D95-48B5-9D09-86372C49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0" y="1423416"/>
            <a:ext cx="2331722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900" b="1" spc="1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PARA QUÉ SIRVIÓ</a:t>
            </a:r>
          </a:p>
        </p:txBody>
      </p:sp>
      <p:sp>
        <p:nvSpPr>
          <p:cNvPr id="231" name="Shape 6">
            <a:extLst xmlns:a="http://schemas.openxmlformats.org/drawingml/2006/main">
              <a:ext uri="{FF2B5EF4-FFF2-40B4-BE49-F238E27FC236}">
                <a16:creationId xmlns:a16="http://schemas.microsoft.com/office/drawing/2014/main" id="{47090C20-9BCF-4E37-BCA8-F7C50FED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9927"/>
            <a:ext cx="10863072" cy="65837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6D8C7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2" name="Shape 7">
            <a:extLst xmlns:a="http://schemas.openxmlformats.org/drawingml/2006/main">
              <a:ext uri="{FF2B5EF4-FFF2-40B4-BE49-F238E27FC236}">
                <a16:creationId xmlns:a16="http://schemas.microsoft.com/office/drawing/2014/main" id="{C5485D04-6005-47E9-8F3E-BF33C035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9927"/>
            <a:ext cx="1133856" cy="65837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3" name="Text 8">
            <a:extLst xmlns:a="http://schemas.openxmlformats.org/drawingml/2006/main">
              <a:ext uri="{FF2B5EF4-FFF2-40B4-BE49-F238E27FC236}">
                <a16:creationId xmlns:a16="http://schemas.microsoft.com/office/drawing/2014/main" id="{E82022B2-7D50-4D8D-83C1-37D2FC5E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1936495"/>
            <a:ext cx="98755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SPEC</a:t>
            </a:r>
          </a:p>
        </p:txBody>
      </p:sp>
      <p:sp>
        <p:nvSpPr>
          <p:cNvPr id="234" name="Text 9">
            <a:extLst xmlns:a="http://schemas.openxmlformats.org/drawingml/2006/main">
              <a:ext uri="{FF2B5EF4-FFF2-40B4-BE49-F238E27FC236}">
                <a16:creationId xmlns:a16="http://schemas.microsoft.com/office/drawing/2014/main" id="{54766C40-3A60-4A89-AE01-D2D83D8E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1910080"/>
            <a:ext cx="2240282" cy="1828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2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spec-v2.md / spec-v3.md</a:t>
            </a:r>
          </a:p>
        </p:txBody>
      </p:sp>
      <p:sp>
        <p:nvSpPr>
          <p:cNvPr id="235" name="Text 10">
            <a:extLst xmlns:a="http://schemas.openxmlformats.org/drawingml/2006/main">
              <a:ext uri="{FF2B5EF4-FFF2-40B4-BE49-F238E27FC236}">
                <a16:creationId xmlns:a16="http://schemas.microsoft.com/office/drawing/2014/main" id="{AEC59A8D-EA6D-47B9-96F7-F3F93E9B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922780"/>
            <a:ext cx="2788922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Requisitos, reglas y alcance</a:t>
            </a:r>
          </a:p>
        </p:txBody>
      </p:sp>
      <p:sp>
        <p:nvSpPr>
          <p:cNvPr id="236" name="Shape 11">
            <a:extLst xmlns:a="http://schemas.openxmlformats.org/drawingml/2006/main">
              <a:ext uri="{FF2B5EF4-FFF2-40B4-BE49-F238E27FC236}">
                <a16:creationId xmlns:a16="http://schemas.microsoft.com/office/drawing/2014/main" id="{5FF53757-5B93-438C-84BE-A3D8A067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4" y="1837944"/>
            <a:ext cx="2" cy="40233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7" name="Shape 12">
            <a:extLst xmlns:a="http://schemas.openxmlformats.org/drawingml/2006/main">
              <a:ext uri="{FF2B5EF4-FFF2-40B4-BE49-F238E27FC236}">
                <a16:creationId xmlns:a16="http://schemas.microsoft.com/office/drawing/2014/main" id="{5DF5267C-C5E9-4D6D-9803-393D296A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929383"/>
            <a:ext cx="164595" cy="164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8" name="Text 13">
            <a:extLst xmlns:a="http://schemas.openxmlformats.org/drawingml/2006/main">
              <a:ext uri="{FF2B5EF4-FFF2-40B4-BE49-F238E27FC236}">
                <a16:creationId xmlns:a16="http://schemas.microsoft.com/office/drawing/2014/main" id="{8B37CA79-A944-4575-9B42-8A1661E5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922780"/>
            <a:ext cx="2834642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Definió qué debía cumplir el producto</a:t>
            </a:r>
          </a:p>
        </p:txBody>
      </p:sp>
      <p:sp>
        <p:nvSpPr>
          <p:cNvPr id="239" name="Shape 14">
            <a:extLst xmlns:a="http://schemas.openxmlformats.org/drawingml/2006/main">
              <a:ext uri="{FF2B5EF4-FFF2-40B4-BE49-F238E27FC236}">
                <a16:creationId xmlns:a16="http://schemas.microsoft.com/office/drawing/2014/main" id="{49F054A2-FE20-49C2-A3F8-14B4D8ED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69464"/>
            <a:ext cx="10863072" cy="65837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6D8C7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0" name="Shape 15">
            <a:extLst xmlns:a="http://schemas.openxmlformats.org/drawingml/2006/main">
              <a:ext uri="{FF2B5EF4-FFF2-40B4-BE49-F238E27FC236}">
                <a16:creationId xmlns:a16="http://schemas.microsoft.com/office/drawing/2014/main" id="{BDA4AC9D-A0E0-408A-B5C0-F13C02A8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69464"/>
            <a:ext cx="1133856" cy="65837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6704A"/>
          </a:solidFill>
          <a:ln xmlns:a="http://schemas.openxmlformats.org/drawingml/2006/main" w="12700">
            <a:solidFill>
              <a:srgbClr val="66704A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1" name="Text 16">
            <a:extLst xmlns:a="http://schemas.openxmlformats.org/drawingml/2006/main">
              <a:ext uri="{FF2B5EF4-FFF2-40B4-BE49-F238E27FC236}">
                <a16:creationId xmlns:a16="http://schemas.microsoft.com/office/drawing/2014/main" id="{29BD7107-9916-4F34-B962-529101C7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2796032"/>
            <a:ext cx="98755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PLAN</a:t>
            </a:r>
          </a:p>
        </p:txBody>
      </p:sp>
      <p:sp>
        <p:nvSpPr>
          <p:cNvPr id="242" name="Text 17">
            <a:extLst xmlns:a="http://schemas.openxmlformats.org/drawingml/2006/main">
              <a:ext uri="{FF2B5EF4-FFF2-40B4-BE49-F238E27FC236}">
                <a16:creationId xmlns:a16="http://schemas.microsoft.com/office/drawing/2014/main" id="{2D372126-2C33-4CE8-8274-D8DDD443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769615"/>
            <a:ext cx="2240282" cy="1828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2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plan-v2.md / plan-v3.md</a:t>
            </a:r>
          </a:p>
        </p:txBody>
      </p:sp>
      <p:sp>
        <p:nvSpPr>
          <p:cNvPr id="243" name="Text 18">
            <a:extLst xmlns:a="http://schemas.openxmlformats.org/drawingml/2006/main">
              <a:ext uri="{FF2B5EF4-FFF2-40B4-BE49-F238E27FC236}">
                <a16:creationId xmlns:a16="http://schemas.microsoft.com/office/drawing/2014/main" id="{61B4533D-4518-44F6-A722-23C2BF41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782315"/>
            <a:ext cx="2788922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Fases, tareas y checkpoints</a:t>
            </a:r>
          </a:p>
        </p:txBody>
      </p:sp>
      <p:sp>
        <p:nvSpPr>
          <p:cNvPr id="244" name="Shape 19">
            <a:extLst xmlns:a="http://schemas.openxmlformats.org/drawingml/2006/main">
              <a:ext uri="{FF2B5EF4-FFF2-40B4-BE49-F238E27FC236}">
                <a16:creationId xmlns:a16="http://schemas.microsoft.com/office/drawing/2014/main" id="{D2179ED4-CE8B-4211-A057-C77FED4D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4" y="2697478"/>
            <a:ext cx="2" cy="40233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5" name="Shape 20">
            <a:extLst xmlns:a="http://schemas.openxmlformats.org/drawingml/2006/main">
              <a:ext uri="{FF2B5EF4-FFF2-40B4-BE49-F238E27FC236}">
                <a16:creationId xmlns:a16="http://schemas.microsoft.com/office/drawing/2014/main" id="{BAD4583F-F041-45A4-ADCD-BD3A796D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788920"/>
            <a:ext cx="164595" cy="164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4A"/>
          </a:solidFill>
          <a:ln xmlns:a="http://schemas.openxmlformats.org/drawingml/2006/main" w="12700">
            <a:solidFill>
              <a:srgbClr val="66704A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6" name="Text 21">
            <a:extLst xmlns:a="http://schemas.openxmlformats.org/drawingml/2006/main">
              <a:ext uri="{FF2B5EF4-FFF2-40B4-BE49-F238E27FC236}">
                <a16:creationId xmlns:a16="http://schemas.microsoft.com/office/drawing/2014/main" id="{CC242FD1-CA5F-47F9-8108-4B331B13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782315"/>
            <a:ext cx="2834642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Ordenó el trabajo y los permisos</a:t>
            </a:r>
          </a:p>
        </p:txBody>
      </p:sp>
      <p:sp>
        <p:nvSpPr>
          <p:cNvPr id="247" name="Shape 22">
            <a:extLst xmlns:a="http://schemas.openxmlformats.org/drawingml/2006/main">
              <a:ext uri="{FF2B5EF4-FFF2-40B4-BE49-F238E27FC236}">
                <a16:creationId xmlns:a16="http://schemas.microsoft.com/office/drawing/2014/main" id="{1A5128F7-E5FC-48AB-A32B-A3B30583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29000"/>
            <a:ext cx="10863072" cy="65837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6D8C7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8" name="Shape 23">
            <a:extLst xmlns:a="http://schemas.openxmlformats.org/drawingml/2006/main">
              <a:ext uri="{FF2B5EF4-FFF2-40B4-BE49-F238E27FC236}">
                <a16:creationId xmlns:a16="http://schemas.microsoft.com/office/drawing/2014/main" id="{F3F0EDF5-BEF0-41FE-B8A3-BE0672EB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29000"/>
            <a:ext cx="1133856" cy="65837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9" name="Text 24">
            <a:extLst xmlns:a="http://schemas.openxmlformats.org/drawingml/2006/main">
              <a:ext uri="{FF2B5EF4-FFF2-40B4-BE49-F238E27FC236}">
                <a16:creationId xmlns:a16="http://schemas.microsoft.com/office/drawing/2014/main" id="{E2800A64-2D00-468E-B922-45EBB73C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3655567"/>
            <a:ext cx="98755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AGENTS</a:t>
            </a:r>
          </a:p>
        </p:txBody>
      </p:sp>
      <p:sp>
        <p:nvSpPr>
          <p:cNvPr id="250" name="Text 25">
            <a:extLst xmlns:a="http://schemas.openxmlformats.org/drawingml/2006/main">
              <a:ext uri="{FF2B5EF4-FFF2-40B4-BE49-F238E27FC236}">
                <a16:creationId xmlns:a16="http://schemas.microsoft.com/office/drawing/2014/main" id="{7CCED9B4-2D94-4EF3-AC9C-69084A3C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629150"/>
            <a:ext cx="2240282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2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AGENTS.md</a:t>
            </a:r>
          </a:p>
        </p:txBody>
      </p:sp>
      <p:sp>
        <p:nvSpPr>
          <p:cNvPr id="251" name="Text 26">
            <a:extLst xmlns:a="http://schemas.openxmlformats.org/drawingml/2006/main">
              <a:ext uri="{FF2B5EF4-FFF2-40B4-BE49-F238E27FC236}">
                <a16:creationId xmlns:a16="http://schemas.microsoft.com/office/drawing/2014/main" id="{CF502829-708D-4A9C-9366-53AF05F2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641850"/>
            <a:ext cx="2788922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Instrucciones por carpeta</a:t>
            </a:r>
          </a:p>
        </p:txBody>
      </p:sp>
      <p:sp>
        <p:nvSpPr>
          <p:cNvPr id="252" name="Shape 27">
            <a:extLst xmlns:a="http://schemas.openxmlformats.org/drawingml/2006/main">
              <a:ext uri="{FF2B5EF4-FFF2-40B4-BE49-F238E27FC236}">
                <a16:creationId xmlns:a16="http://schemas.microsoft.com/office/drawing/2014/main" id="{955D3D05-E896-4D5E-B8B3-D1110835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4" y="3557014"/>
            <a:ext cx="2" cy="40233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3" name="Shape 28">
            <a:extLst xmlns:a="http://schemas.openxmlformats.org/drawingml/2006/main">
              <a:ext uri="{FF2B5EF4-FFF2-40B4-BE49-F238E27FC236}">
                <a16:creationId xmlns:a16="http://schemas.microsoft.com/office/drawing/2014/main" id="{C10BD457-97F0-4FD0-AE89-3EDFE25E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648454"/>
            <a:ext cx="164595" cy="164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4" name="Text 29">
            <a:extLst xmlns:a="http://schemas.openxmlformats.org/drawingml/2006/main">
              <a:ext uri="{FF2B5EF4-FFF2-40B4-BE49-F238E27FC236}">
                <a16:creationId xmlns:a16="http://schemas.microsoft.com/office/drawing/2014/main" id="{7564CCF4-2E2C-45E2-B963-7C99F1EF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641850"/>
            <a:ext cx="2834642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Mantuvo criterios consistentes</a:t>
            </a:r>
          </a:p>
        </p:txBody>
      </p:sp>
      <p:sp>
        <p:nvSpPr>
          <p:cNvPr id="255" name="Shape 30">
            <a:extLst xmlns:a="http://schemas.openxmlformats.org/drawingml/2006/main">
              <a:ext uri="{FF2B5EF4-FFF2-40B4-BE49-F238E27FC236}">
                <a16:creationId xmlns:a16="http://schemas.microsoft.com/office/drawing/2014/main" id="{50B85E7B-E075-4208-88F1-BF572728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88535"/>
            <a:ext cx="10863072" cy="65837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6D8C7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6" name="Shape 31">
            <a:extLst xmlns:a="http://schemas.openxmlformats.org/drawingml/2006/main">
              <a:ext uri="{FF2B5EF4-FFF2-40B4-BE49-F238E27FC236}">
                <a16:creationId xmlns:a16="http://schemas.microsoft.com/office/drawing/2014/main" id="{5989AFB5-12D7-4B07-9587-0663D46A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88535"/>
            <a:ext cx="1133856" cy="65837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6704A"/>
          </a:solidFill>
          <a:ln xmlns:a="http://schemas.openxmlformats.org/drawingml/2006/main" w="12700">
            <a:solidFill>
              <a:srgbClr val="66704A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Text 32">
            <a:extLst xmlns:a="http://schemas.openxmlformats.org/drawingml/2006/main">
              <a:ext uri="{FF2B5EF4-FFF2-40B4-BE49-F238E27FC236}">
                <a16:creationId xmlns:a16="http://schemas.microsoft.com/office/drawing/2014/main" id="{5DBFB96A-AA40-4FD8-9C6F-39B9C47B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4515102"/>
            <a:ext cx="98755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SKILL</a:t>
            </a:r>
          </a:p>
        </p:txBody>
      </p:sp>
      <p:sp>
        <p:nvSpPr>
          <p:cNvPr id="258" name="Text 33">
            <a:extLst xmlns:a="http://schemas.openxmlformats.org/drawingml/2006/main">
              <a:ext uri="{FF2B5EF4-FFF2-40B4-BE49-F238E27FC236}">
                <a16:creationId xmlns:a16="http://schemas.microsoft.com/office/drawing/2014/main" id="{F067E5E5-FFD9-4B7A-A1E1-EB90D3BD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488687"/>
            <a:ext cx="2240282" cy="1828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2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SKILL.md / skills UX</a:t>
            </a:r>
          </a:p>
        </p:txBody>
      </p:sp>
      <p:sp>
        <p:nvSpPr>
          <p:cNvPr id="259" name="Text 34">
            <a:extLst xmlns:a="http://schemas.openxmlformats.org/drawingml/2006/main">
              <a:ext uri="{FF2B5EF4-FFF2-40B4-BE49-F238E27FC236}">
                <a16:creationId xmlns:a16="http://schemas.microsoft.com/office/drawing/2014/main" id="{6F060C69-DB76-4108-AD1B-97E87465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4501387"/>
            <a:ext cx="2788922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Procedimiento reutilizable</a:t>
            </a:r>
          </a:p>
        </p:txBody>
      </p:sp>
      <p:sp>
        <p:nvSpPr>
          <p:cNvPr id="260" name="Shape 35">
            <a:extLst xmlns:a="http://schemas.openxmlformats.org/drawingml/2006/main">
              <a:ext uri="{FF2B5EF4-FFF2-40B4-BE49-F238E27FC236}">
                <a16:creationId xmlns:a16="http://schemas.microsoft.com/office/drawing/2014/main" id="{E2A58519-628C-4103-8410-47313330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4" y="4416551"/>
            <a:ext cx="2" cy="40233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1" name="Shape 36">
            <a:extLst xmlns:a="http://schemas.openxmlformats.org/drawingml/2006/main">
              <a:ext uri="{FF2B5EF4-FFF2-40B4-BE49-F238E27FC236}">
                <a16:creationId xmlns:a16="http://schemas.microsoft.com/office/drawing/2014/main" id="{35301FDE-537F-448B-94AB-852C6946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507991"/>
            <a:ext cx="164595" cy="164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4A"/>
          </a:solidFill>
          <a:ln xmlns:a="http://schemas.openxmlformats.org/drawingml/2006/main" w="12700">
            <a:solidFill>
              <a:srgbClr val="66704A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2" name="Text 37">
            <a:extLst xmlns:a="http://schemas.openxmlformats.org/drawingml/2006/main">
              <a:ext uri="{FF2B5EF4-FFF2-40B4-BE49-F238E27FC236}">
                <a16:creationId xmlns:a16="http://schemas.microsoft.com/office/drawing/2014/main" id="{097E14D0-8DC6-4F83-880B-AFC44D54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4501387"/>
            <a:ext cx="2834642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Guio implementación y validación</a:t>
            </a:r>
          </a:p>
        </p:txBody>
      </p:sp>
      <p:sp>
        <p:nvSpPr>
          <p:cNvPr id="263" name="Shape 38">
            <a:extLst xmlns:a="http://schemas.openxmlformats.org/drawingml/2006/main">
              <a:ext uri="{FF2B5EF4-FFF2-40B4-BE49-F238E27FC236}">
                <a16:creationId xmlns:a16="http://schemas.microsoft.com/office/drawing/2014/main" id="{E51D1766-9973-4AA1-87CC-7B52C8E5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48071"/>
            <a:ext cx="10863072" cy="65837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6D8C7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4" name="Shape 39">
            <a:extLst xmlns:a="http://schemas.openxmlformats.org/drawingml/2006/main">
              <a:ext uri="{FF2B5EF4-FFF2-40B4-BE49-F238E27FC236}">
                <a16:creationId xmlns:a16="http://schemas.microsoft.com/office/drawing/2014/main" id="{E11C25AA-FBBB-48BB-9CCC-C94E19D4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48071"/>
            <a:ext cx="1133856" cy="65837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5" name="Text 40">
            <a:extLst xmlns:a="http://schemas.openxmlformats.org/drawingml/2006/main">
              <a:ext uri="{FF2B5EF4-FFF2-40B4-BE49-F238E27FC236}">
                <a16:creationId xmlns:a16="http://schemas.microsoft.com/office/drawing/2014/main" id="{EB1DB399-6C64-4612-9075-8FEB7728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5374640"/>
            <a:ext cx="987554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DOCS</a:t>
            </a:r>
          </a:p>
        </p:txBody>
      </p:sp>
      <p:sp>
        <p:nvSpPr>
          <p:cNvPr id="266" name="Text 41">
            <a:extLst xmlns:a="http://schemas.openxmlformats.org/drawingml/2006/main">
              <a:ext uri="{FF2B5EF4-FFF2-40B4-BE49-F238E27FC236}">
                <a16:creationId xmlns:a16="http://schemas.microsoft.com/office/drawing/2014/main" id="{0C25C48A-9455-4434-B495-8D846A03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5348223"/>
            <a:ext cx="2240282" cy="36576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2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README + verification-v2.md / verification-v3.md</a:t>
            </a:r>
          </a:p>
        </p:txBody>
      </p:sp>
      <p:sp>
        <p:nvSpPr>
          <p:cNvPr id="267" name="Text 42">
            <a:extLst xmlns:a="http://schemas.openxmlformats.org/drawingml/2006/main">
              <a:ext uri="{FF2B5EF4-FFF2-40B4-BE49-F238E27FC236}">
                <a16:creationId xmlns:a16="http://schemas.microsoft.com/office/drawing/2014/main" id="{B9E02DF9-A264-4BC7-9471-3774BFB6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5360923"/>
            <a:ext cx="2788922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Ejecución, pruebas y resultados</a:t>
            </a:r>
          </a:p>
        </p:txBody>
      </p:sp>
      <p:sp>
        <p:nvSpPr>
          <p:cNvPr id="268" name="Shape 43">
            <a:extLst xmlns:a="http://schemas.openxmlformats.org/drawingml/2006/main">
              <a:ext uri="{FF2B5EF4-FFF2-40B4-BE49-F238E27FC236}">
                <a16:creationId xmlns:a16="http://schemas.microsoft.com/office/drawing/2014/main" id="{ACE0BDF8-1042-4BE8-840F-03F736D6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4" y="5276087"/>
            <a:ext cx="2" cy="40233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9" name="Shape 44">
            <a:extLst xmlns:a="http://schemas.openxmlformats.org/drawingml/2006/main">
              <a:ext uri="{FF2B5EF4-FFF2-40B4-BE49-F238E27FC236}">
                <a16:creationId xmlns:a16="http://schemas.microsoft.com/office/drawing/2014/main" id="{DD1E8FA3-13B5-4638-8A8E-762690A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367528"/>
            <a:ext cx="164595" cy="164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0" name="Text 45">
            <a:extLst xmlns:a="http://schemas.openxmlformats.org/drawingml/2006/main">
              <a:ext uri="{FF2B5EF4-FFF2-40B4-BE49-F238E27FC236}">
                <a16:creationId xmlns:a16="http://schemas.microsoft.com/office/drawing/2014/main" id="{FEAC615D-685F-46BB-937A-CF161C49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5360923"/>
            <a:ext cx="2834642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Dejó evidencia para reproducir la entrega</a:t>
            </a:r>
          </a:p>
        </p:txBody>
      </p:sp>
      <p:sp>
        <p:nvSpPr>
          <p:cNvPr id="271" name="Shape 46">
            <a:extLst xmlns:a="http://schemas.openxmlformats.org/drawingml/2006/main">
              <a:ext uri="{FF2B5EF4-FFF2-40B4-BE49-F238E27FC236}">
                <a16:creationId xmlns:a16="http://schemas.microsoft.com/office/drawing/2014/main" id="{E0B668F8-4DF6-4714-8B8C-86DC2226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61888"/>
            <a:ext cx="6236209" cy="32918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D9C5"/>
          </a:solidFill>
          <a:ln xmlns:a="http://schemas.openxmlformats.org/drawingml/2006/main" w="12700">
            <a:solidFill>
              <a:srgbClr val="E7D9C5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2" name="Text 47">
            <a:extLst xmlns:a="http://schemas.openxmlformats.org/drawingml/2006/main">
              <a:ext uri="{FF2B5EF4-FFF2-40B4-BE49-F238E27FC236}">
                <a16:creationId xmlns:a16="http://schemas.microsoft.com/office/drawing/2014/main" id="{D1E963F0-47A4-41AE-A325-8BBB5407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0" y="6028435"/>
            <a:ext cx="6089908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7B342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Estos archivos dieron a la IA alcance, reglas y evidencia</a:t>
            </a:r>
          </a:p>
        </p:txBody>
      </p:sp>
    </p:spTree>
    <p:extLst>
      <p:ext uri="{BB962C8B-B14F-4D97-AF65-F5344CB8AC3E}">
        <p14:creationId xmlns:p14="http://schemas.microsoft.com/office/powerpoint/2010/main" val="1868336847"/>
      </p:ext>
    </p:extLst>
  </p:cSld>
</p:sld>
</file>

<file path=ppt/slides/slide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4" name="Text 0">
            <a:extLst xmlns:a="http://schemas.openxmlformats.org/drawingml/2006/main">
              <a:ext uri="{FF2B5EF4-FFF2-40B4-BE49-F238E27FC236}">
                <a16:creationId xmlns:a16="http://schemas.microsoft.com/office/drawing/2014/main" id="{E1C218C9-E15B-4B56-A8F5-DCE0E85F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6" y="395731"/>
            <a:ext cx="2560323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 spc="170">
                <a:solidFill>
                  <a:srgbClr val="A8432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ENTREGA</a:t>
            </a:r>
          </a:p>
        </p:txBody>
      </p:sp>
      <p:sp>
        <p:nvSpPr>
          <p:cNvPr id="275" name="Text 1">
            <a:extLst xmlns:a="http://schemas.openxmlformats.org/drawingml/2006/main">
              <a:ext uri="{FF2B5EF4-FFF2-40B4-BE49-F238E27FC236}">
                <a16:creationId xmlns:a16="http://schemas.microsoft.com/office/drawing/2014/main" id="{997D34B3-0DCE-4E69-98DA-29C5636C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93927"/>
            <a:ext cx="9966960" cy="431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5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Resultado final</a:t>
            </a:r>
          </a:p>
        </p:txBody>
      </p:sp>
      <p:sp>
        <p:nvSpPr>
          <p:cNvPr id="276" name="Text 2">
            <a:extLst xmlns:a="http://schemas.openxmlformats.org/drawingml/2006/main">
              <a:ext uri="{FF2B5EF4-FFF2-40B4-BE49-F238E27FC236}">
                <a16:creationId xmlns:a16="http://schemas.microsoft.com/office/drawing/2014/main" id="{2650C977-42BA-4A2F-A1BB-DE675B4C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511" y="727709"/>
            <a:ext cx="566930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r">
              <a:buNone/>
              <a:defRPr sz="1100" b="1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07</a:t>
            </a:r>
          </a:p>
        </p:txBody>
      </p:sp>
      <p:sp>
        <p:nvSpPr>
          <p:cNvPr id="277" name="Shape 3">
            <a:extLst xmlns:a="http://schemas.openxmlformats.org/drawingml/2006/main">
              <a:ext uri="{FF2B5EF4-FFF2-40B4-BE49-F238E27FC236}">
                <a16:creationId xmlns:a16="http://schemas.microsoft.com/office/drawing/2014/main" id="{B54E9FEB-70C9-4356-8006-E81BAAC5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" y="1271016"/>
            <a:ext cx="10863074" cy="2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DFD2C2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8" name="Shape 4">
            <a:extLst xmlns:a="http://schemas.openxmlformats.org/drawingml/2006/main">
              <a:ext uri="{FF2B5EF4-FFF2-40B4-BE49-F238E27FC236}">
                <a16:creationId xmlns:a16="http://schemas.microsoft.com/office/drawing/2014/main" id="{D5B8C486-0C7E-4A2A-BCC0-0C8F9BAC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6"/>
            <a:ext cx="3310129" cy="1600202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E4DE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9" name="Text 5">
            <a:extLst xmlns:a="http://schemas.openxmlformats.org/drawingml/2006/main">
              <a:ext uri="{FF2B5EF4-FFF2-40B4-BE49-F238E27FC236}">
                <a16:creationId xmlns:a16="http://schemas.microsoft.com/office/drawing/2014/main" id="{C60BBB84-34C7-4FE1-9F5B-889BFB94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7" y="1898140"/>
            <a:ext cx="2852929" cy="36576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2400" b="1">
                <a:solidFill>
                  <a:srgbClr val="A8432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127</a:t>
            </a:r>
          </a:p>
        </p:txBody>
      </p:sp>
      <p:sp>
        <p:nvSpPr>
          <p:cNvPr id="280" name="Text 6">
            <a:extLst xmlns:a="http://schemas.openxmlformats.org/drawingml/2006/main">
              <a:ext uri="{FF2B5EF4-FFF2-40B4-BE49-F238E27FC236}">
                <a16:creationId xmlns:a16="http://schemas.microsoft.com/office/drawing/2014/main" id="{0C2DE0FE-C05B-440B-8862-56F9EC9B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7" y="2645155"/>
            <a:ext cx="2852929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pruebas automatizadas</a:t>
            </a:r>
          </a:p>
        </p:txBody>
      </p:sp>
      <p:sp>
        <p:nvSpPr>
          <p:cNvPr id="281" name="Shape 7">
            <a:extLst xmlns:a="http://schemas.openxmlformats.org/drawingml/2006/main">
              <a:ext uri="{FF2B5EF4-FFF2-40B4-BE49-F238E27FC236}">
                <a16:creationId xmlns:a16="http://schemas.microsoft.com/office/drawing/2014/main" id="{5496EEE5-7F61-41FC-8D33-31CEB8DD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1572766"/>
            <a:ext cx="3703321" cy="1600202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ECDF"/>
          </a:solidFill>
          <a:ln xmlns:a="http://schemas.openxmlformats.org/drawingml/2006/main" w="12700">
            <a:solidFill>
              <a:srgbClr val="66704A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2" name="Text 8">
            <a:extLst xmlns:a="http://schemas.openxmlformats.org/drawingml/2006/main">
              <a:ext uri="{FF2B5EF4-FFF2-40B4-BE49-F238E27FC236}">
                <a16:creationId xmlns:a16="http://schemas.microsoft.com/office/drawing/2014/main" id="{A36012C6-8A4C-44F3-B304-983D5E34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6" y="1898140"/>
            <a:ext cx="3246123" cy="36576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2400" b="1">
                <a:solidFill>
                  <a:srgbClr val="66704A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320 · 768 · 1440</a:t>
            </a:r>
          </a:p>
        </p:txBody>
      </p:sp>
      <p:sp>
        <p:nvSpPr>
          <p:cNvPr id="283" name="Text 9">
            <a:extLst xmlns:a="http://schemas.openxmlformats.org/drawingml/2006/main">
              <a:ext uri="{FF2B5EF4-FFF2-40B4-BE49-F238E27FC236}">
                <a16:creationId xmlns:a16="http://schemas.microsoft.com/office/drawing/2014/main" id="{6429E8CA-5E54-4681-8796-360DCCDF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6" y="2645155"/>
            <a:ext cx="3246123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px verificados, sin overflow</a:t>
            </a:r>
          </a:p>
        </p:txBody>
      </p:sp>
      <p:sp>
        <p:nvSpPr>
          <p:cNvPr id="284" name="Shape 10">
            <a:extLst xmlns:a="http://schemas.openxmlformats.org/drawingml/2006/main">
              <a:ext uri="{FF2B5EF4-FFF2-40B4-BE49-F238E27FC236}">
                <a16:creationId xmlns:a16="http://schemas.microsoft.com/office/drawing/2014/main" id="{A1E07F63-6307-48EA-82E2-C7C35B95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2766"/>
            <a:ext cx="3520441" cy="1600202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ECD6"/>
          </a:solidFill>
          <a:ln xmlns:a="http://schemas.openxmlformats.org/drawingml/2006/main" w="12700">
            <a:solidFill>
              <a:srgbClr val="D2A14B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5" name="Text 11">
            <a:extLst xmlns:a="http://schemas.openxmlformats.org/drawingml/2006/main">
              <a:ext uri="{FF2B5EF4-FFF2-40B4-BE49-F238E27FC236}">
                <a16:creationId xmlns:a16="http://schemas.microsoft.com/office/drawing/2014/main" id="{2125A57A-FF93-4704-8E1B-CDB97A38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98140"/>
            <a:ext cx="3063240" cy="36576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2400" b="1">
                <a:solidFill>
                  <a:srgbClr val="D2A14B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</a:t>
            </a:r>
          </a:p>
        </p:txBody>
      </p:sp>
      <p:sp>
        <p:nvSpPr>
          <p:cNvPr id="286" name="Text 12">
            <a:extLst xmlns:a="http://schemas.openxmlformats.org/drawingml/2006/main">
              <a:ext uri="{FF2B5EF4-FFF2-40B4-BE49-F238E27FC236}">
                <a16:creationId xmlns:a16="http://schemas.microsoft.com/office/drawing/2014/main" id="{19AD03F5-3DB6-4D9F-8BFB-57A49C19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5155"/>
            <a:ext cx="3063240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integraciones reales: Auth0 y Google</a:t>
            </a:r>
          </a:p>
        </p:txBody>
      </p:sp>
      <p:sp>
        <p:nvSpPr>
          <p:cNvPr id="287" name="Shape 13">
            <a:extLst xmlns:a="http://schemas.openxmlformats.org/drawingml/2006/main">
              <a:ext uri="{FF2B5EF4-FFF2-40B4-BE49-F238E27FC236}">
                <a16:creationId xmlns:a16="http://schemas.microsoft.com/office/drawing/2014/main" id="{552338C5-B42C-41E3-8066-06B26B16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5358385" cy="877826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4D6C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88" name="Image 0">
            <a:extLst xmlns:a="http://schemas.openxmlformats.org/drawingml/2006/main">
              <a:ext uri="{FF2B5EF4-FFF2-40B4-BE49-F238E27FC236}">
                <a16:creationId xmlns:a16="http://schemas.microsoft.com/office/drawing/2014/main" id="{F7FD0B02-8047-4602-8075-3AF7E2B7D3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2bf0fc36c46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255" y="3959352"/>
            <a:ext cx="347474" cy="347474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89" name="Text 14">
            <a:extLst xmlns:a="http://schemas.openxmlformats.org/drawingml/2006/main">
              <a:ext uri="{FF2B5EF4-FFF2-40B4-BE49-F238E27FC236}">
                <a16:creationId xmlns:a16="http://schemas.microsoft.com/office/drawing/2014/main" id="{21BDF89F-DC72-486C-A92A-5C364C83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99" y="3875277"/>
            <a:ext cx="1627635" cy="21336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Migración segura</a:t>
            </a:r>
          </a:p>
        </p:txBody>
      </p:sp>
      <p:sp>
        <p:nvSpPr>
          <p:cNvPr id="290" name="Text 15">
            <a:extLst xmlns:a="http://schemas.openxmlformats.org/drawingml/2006/main">
              <a:ext uri="{FF2B5EF4-FFF2-40B4-BE49-F238E27FC236}">
                <a16:creationId xmlns:a16="http://schemas.microsoft.com/office/drawing/2014/main" id="{CE6DC857-DAB4-4791-AC6E-CC34D8C7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4" y="3900423"/>
            <a:ext cx="2542034" cy="3048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Datos V1 conservados con backup e integridad.</a:t>
            </a:r>
          </a:p>
        </p:txBody>
      </p:sp>
      <p:sp>
        <p:nvSpPr>
          <p:cNvPr id="291" name="Shape 16">
            <a:extLst xmlns:a="http://schemas.openxmlformats.org/drawingml/2006/main">
              <a:ext uri="{FF2B5EF4-FFF2-40B4-BE49-F238E27FC236}">
                <a16:creationId xmlns:a16="http://schemas.microsoft.com/office/drawing/2014/main" id="{6A2455E9-76DC-4A12-9F87-768EC855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4" y="3703320"/>
            <a:ext cx="5358387" cy="877826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4D6C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92" name="Image 1">
            <a:extLst xmlns:a="http://schemas.openxmlformats.org/drawingml/2006/main">
              <a:ext uri="{FF2B5EF4-FFF2-40B4-BE49-F238E27FC236}">
                <a16:creationId xmlns:a16="http://schemas.microsoft.com/office/drawing/2014/main" id="{E951CDF6-63D7-4599-A6C4-8360F723EF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90a64fd464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9944" y="3959352"/>
            <a:ext cx="347474" cy="347474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93" name="Text 17">
            <a:extLst xmlns:a="http://schemas.openxmlformats.org/drawingml/2006/main">
              <a:ext uri="{FF2B5EF4-FFF2-40B4-BE49-F238E27FC236}">
                <a16:creationId xmlns:a16="http://schemas.microsoft.com/office/drawing/2014/main" id="{0ABBB2F1-9851-43B1-99DA-567720A9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875277"/>
            <a:ext cx="1627634" cy="21336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Privacidad</a:t>
            </a:r>
          </a:p>
        </p:txBody>
      </p:sp>
      <p:sp>
        <p:nvSpPr>
          <p:cNvPr id="294" name="Text 18">
            <a:extLst xmlns:a="http://schemas.openxmlformats.org/drawingml/2006/main">
              <a:ext uri="{FF2B5EF4-FFF2-40B4-BE49-F238E27FC236}">
                <a16:creationId xmlns:a16="http://schemas.microsoft.com/office/drawing/2014/main" id="{E55303FE-4A53-4B4C-A09B-AF9B62D2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223" y="3900423"/>
            <a:ext cx="2542034" cy="3048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Datos aislados por usuario y ubicación no persistida.</a:t>
            </a:r>
          </a:p>
        </p:txBody>
      </p:sp>
      <p:sp>
        <p:nvSpPr>
          <p:cNvPr id="295" name="Shape 19">
            <a:extLst xmlns:a="http://schemas.openxmlformats.org/drawingml/2006/main">
              <a:ext uri="{FF2B5EF4-FFF2-40B4-BE49-F238E27FC236}">
                <a16:creationId xmlns:a16="http://schemas.microsoft.com/office/drawing/2014/main" id="{DFD15470-CE62-4A4E-BAFE-EF867505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28032"/>
            <a:ext cx="5358385" cy="877826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4D6C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96" name="Image 2">
            <a:extLst xmlns:a="http://schemas.openxmlformats.org/drawingml/2006/main">
              <a:ext uri="{FF2B5EF4-FFF2-40B4-BE49-F238E27FC236}">
                <a16:creationId xmlns:a16="http://schemas.microsoft.com/office/drawing/2014/main" id="{A784A107-621E-41D5-BAE0-A481179EA1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2bf0fc36c46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255" y="5084064"/>
            <a:ext cx="347474" cy="347474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97" name="Text 20">
            <a:extLst xmlns:a="http://schemas.openxmlformats.org/drawingml/2006/main">
              <a:ext uri="{FF2B5EF4-FFF2-40B4-BE49-F238E27FC236}">
                <a16:creationId xmlns:a16="http://schemas.microsoft.com/office/drawing/2014/main" id="{4E640FCC-E178-46E2-AB01-A0C69816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99" y="4999988"/>
            <a:ext cx="1627635" cy="21336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Seguridad</a:t>
            </a:r>
          </a:p>
        </p:txBody>
      </p:sp>
      <p:sp>
        <p:nvSpPr>
          <p:cNvPr id="298" name="Text 21">
            <a:extLst xmlns:a="http://schemas.openxmlformats.org/drawingml/2006/main">
              <a:ext uri="{FF2B5EF4-FFF2-40B4-BE49-F238E27FC236}">
                <a16:creationId xmlns:a16="http://schemas.microsoft.com/office/drawing/2014/main" id="{BF89960F-E33C-4891-9BD6-0525F550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4" y="5025135"/>
            <a:ext cx="2542034" cy="3048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Hosts, encabezados, secretos y acceso protegidos.</a:t>
            </a:r>
          </a:p>
        </p:txBody>
      </p:sp>
      <p:sp>
        <p:nvSpPr>
          <p:cNvPr id="299" name="Shape 22">
            <a:extLst xmlns:a="http://schemas.openxmlformats.org/drawingml/2006/main">
              <a:ext uri="{FF2B5EF4-FFF2-40B4-BE49-F238E27FC236}">
                <a16:creationId xmlns:a16="http://schemas.microsoft.com/office/drawing/2014/main" id="{DB4562AA-45AD-49C4-83BC-8CFCCF86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4" y="4828032"/>
            <a:ext cx="5358387" cy="877826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700">
            <a:solidFill>
              <a:srgbClr val="E4D6C4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00" name="Image 3">
            <a:extLst xmlns:a="http://schemas.openxmlformats.org/drawingml/2006/main">
              <a:ext uri="{FF2B5EF4-FFF2-40B4-BE49-F238E27FC236}">
                <a16:creationId xmlns:a16="http://schemas.microsoft.com/office/drawing/2014/main" id="{839BAEB3-9AD5-45FD-8A81-73F1580D54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90a64fd464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9944" y="5084064"/>
            <a:ext cx="347474" cy="347474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01" name="Text 23">
            <a:extLst xmlns:a="http://schemas.openxmlformats.org/drawingml/2006/main">
              <a:ext uri="{FF2B5EF4-FFF2-40B4-BE49-F238E27FC236}">
                <a16:creationId xmlns:a16="http://schemas.microsoft.com/office/drawing/2014/main" id="{AE0C9E8D-6536-4BF7-B381-4CC383DF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999988"/>
            <a:ext cx="1627634" cy="21336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2A1B17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Documentación</a:t>
            </a:r>
          </a:p>
        </p:txBody>
      </p:sp>
      <p:sp>
        <p:nvSpPr>
          <p:cNvPr id="302" name="Text 24">
            <a:extLst xmlns:a="http://schemas.openxmlformats.org/drawingml/2006/main">
              <a:ext uri="{FF2B5EF4-FFF2-40B4-BE49-F238E27FC236}">
                <a16:creationId xmlns:a16="http://schemas.microsoft.com/office/drawing/2014/main" id="{97DF1347-6A38-4D7D-9595-64ACA3E3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223" y="5025135"/>
            <a:ext cx="2542034" cy="3048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80675D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README, verificación y checklist reproducible.</a:t>
            </a:r>
          </a:p>
        </p:txBody>
      </p:sp>
      <p:sp>
        <p:nvSpPr>
          <p:cNvPr id="303" name="Shape 25">
            <a:extLst xmlns:a="http://schemas.openxmlformats.org/drawingml/2006/main">
              <a:ext uri="{FF2B5EF4-FFF2-40B4-BE49-F238E27FC236}">
                <a16:creationId xmlns:a16="http://schemas.microsoft.com/office/drawing/2014/main" id="{1BD3BAF6-D0D9-4E8F-88AC-C5B7BD60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1" y="5961888"/>
            <a:ext cx="4087370" cy="32918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8432D"/>
          </a:solidFill>
          <a:ln xmlns:a="http://schemas.openxmlformats.org/drawingml/2006/main" w="12700">
            <a:solidFill>
              <a:srgbClr val="A8432D"/>
            </a:solidFill>
          </a:ln>
        </p:spPr>
        <p:txBody>
          <a:bodyPr xmlns:a="http://schemas.openxmlformats.org/drawingml/2006/main" lIns="45718" tIns="45718" rIns="45718" bIns="45718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4" name="Text 26">
            <a:extLst xmlns:a="http://schemas.openxmlformats.org/drawingml/2006/main">
              <a:ext uri="{FF2B5EF4-FFF2-40B4-BE49-F238E27FC236}">
                <a16:creationId xmlns:a16="http://schemas.microsoft.com/office/drawing/2014/main" id="{2E24373D-7507-4603-80E2-C1DF027F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942" y="6028435"/>
            <a:ext cx="3941067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LISTO PARA PR Y MERGE</a:t>
            </a:r>
          </a:p>
        </p:txBody>
      </p:sp>
    </p:spTree>
    <p:extLst>
      <p:ext uri="{BB962C8B-B14F-4D97-AF65-F5344CB8AC3E}">
        <p14:creationId xmlns:p14="http://schemas.microsoft.com/office/powerpoint/2010/main" val="165614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8F4EC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venir Next Regular"/>
        <a:ea typeface="Avenir Next Regular"/>
        <a:cs typeface="Avenir Next Regular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2026-10-18T22:54:41.5880000Z</dcterms:created>
  <dcterms:modified xsi:type="dcterms:W3CDTF">2026-10-18T22:54:41.5880000Z</dcterms:modified>
</coreProperties>
</file>